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7" r:id="rId21"/>
    <p:sldId id="276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7" r:id="rId33"/>
    <p:sldId id="289" r:id="rId34"/>
    <p:sldId id="290" r:id="rId35"/>
    <p:sldId id="291" r:id="rId36"/>
    <p:sldId id="303" r:id="rId37"/>
    <p:sldId id="304" r:id="rId38"/>
    <p:sldId id="259" r:id="rId39"/>
    <p:sldId id="292" r:id="rId40"/>
    <p:sldId id="293" r:id="rId41"/>
    <p:sldId id="294" r:id="rId42"/>
    <p:sldId id="295" r:id="rId43"/>
    <p:sldId id="301" r:id="rId44"/>
    <p:sldId id="302" r:id="rId45"/>
    <p:sldId id="296" r:id="rId46"/>
    <p:sldId id="297" r:id="rId47"/>
    <p:sldId id="298" r:id="rId48"/>
    <p:sldId id="299" r:id="rId49"/>
    <p:sldId id="30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6:33.4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200 5 24575,'-199'0'0,"259"-2"0,-32 0 0,0 2 0,0 1 0,50 7 0,-74-7 0,1 1 0,0-1 0,0 1 0,-1 0 0,1 0 0,-1 1 0,1-1 0,-1 1 0,0 0 0,0 1 0,0-1 0,-1 0 0,1 1 0,-1 0 0,0 0 0,0 0 0,3 5 0,2 6 0,-1 0 0,0 1 0,7 28 0,-7-23 0,1 5 0,-2-1 0,-1 1 0,-1 0 0,0 31 0,-5 107 0,-2-62 0,2-66 0,-1 0 0,-2 0 0,-16 68 0,-25 113 0,42-205 0,1-2 0,0-1 0,0 1 0,-1-1 0,-6 14 0,8-22 0,1 0 0,-1 0 0,1 0 0,-1 0 0,1 0 0,-1 0 0,0-1 0,0 1 0,1 0 0,-1 0 0,0-1 0,0 1 0,0-1 0,0 1 0,0 0 0,0-1 0,0 0 0,0 1 0,-2 0 0,2-1 0,0-1 0,-1 1 0,1 0 0,-1-1 0,1 1 0,0-1 0,-1 1 0,1-1 0,0 1 0,-1-1 0,1 0 0,0 0 0,0 0 0,0 1 0,0-1 0,0 0 0,0-1 0,0 1 0,-1-1 0,-3-6 0,0 1 0,0 0 0,1-1 0,0 0 0,0 0 0,1 0 0,0-1 0,0 1 0,-2-18 0,-6-86 0,9 91 0,-6-202 0,-3-28 0,5 185 0,3 50 0,3 46 0,33 272 0,-20-211 0,-10-61 0,2 0 0,0 0 0,2 0 0,2-1 0,0 0 0,2-1 0,1 0 0,19 32 0,-5-18 0,-1 1 0,-3 1 0,26 71 0,-41-98 0,2 0 0,0-1 0,0 0 0,1-1 0,24 27 0,-20-25 0,0 0 0,-2 1 0,19 34 0,-24-36 0,-1 1 0,-1-1 0,-1 1 0,0 0 0,-1 1 0,0 23 0,-4 108 0,-2-65 0,4-49 0,1 0 0,1 0 0,8 35 0,-6-43 0,0 34 0,-1-15 0,-3-38 0,1-1 0,0 1 0,1-1 0,0 0 0,0 0 0,1 0 0,0-1 0,0 1 0,6 6 0,-4-4 0,-1-1 0,0 1 0,0 0 0,6 16 0,0 19 0,7 20 0,16 34 0,-24-119 0,14-49 0,54-107 0,51-59 0,-119 219 0,0 0 0,-2-1 0,0 0 0,-1 0 0,-1-1 0,-1 0 0,-1 0 0,0 0 0,-1 0 0,-1-1 0,-2-33 0,1 28 0,0 1 0,8-46 0,2-24 0,-11 31 0,-1 41 0,1 0 0,1 0 0,0 0 0,2 0 0,9-35 0,7-11 0,-4-1 0,14-137 0,-27 144 0,-2 46 0,0 0 0,1 0 0,0 0 0,2 0 0,0 1 0,7-23 0,-1 14 0,-1-1 0,-2 0 0,0 0 0,-2-1 0,0 1 0,-2-1 0,-2-46 0,0 40-1365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6:56.7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3582 24575,'0'-630'0,"0"624"0,0 0 0,0-1 0,1 1 0,-1 0 0,2 0 0,-1 0 0,1 0 0,-1 0 0,2 0 0,-1 1 0,1-1 0,-1 0 0,2 1 0,-1 0 0,1 0 0,5-7 0,-1 3 0,-1 0 0,0-1 0,0 0 0,-1-1 0,-1 1 0,0-1 0,0 0 0,-1 0 0,0-1 0,-1 1 0,2-17 0,0-10 0,-2 0 0,-3-47 0,1 69 0,0-1 0,2 0 0,0 1 0,0 0 0,12-28 0,-8 22 0,0-1 0,3-22 0,3-27 0,-7 45 0,-1 0 0,2-41 0,-7 62 0,0 1 0,1-1 0,0 1 0,0-1 0,0 0 0,0 1 0,1 0 0,0-1 0,0 1 0,1 0 0,-1 0 0,1 0 0,5-7 0,-4 6 0,0-1 0,0 0 0,-1 0 0,0 0 0,0 0 0,-1-1 0,0 1 0,2-15 0,-1-66 0,-3 67 0,0 0 0,6-38 0,24-51 0,-18 74 0,-3-1 0,9-56 0,12-132 0,-27 211 0,0 0 0,1 1 0,12-27 0,-10 26 0,-1 0 0,0 0 0,4-24 0,0-15 0,0-4 0,4-88 0,-15-67 0,4-116 0,2 291 0,2-1 0,1 2 0,2-1 0,20-53 0,-27 84-76,1 1 1,-1-1-1,1 0 0,0 0 0,1 1 0,-1 0 0,1 0 0,0 0 1,0 0-1,1 0 0,-1 1 0,1 0 0,0 0 0,1 0 1,-1 1-1,0-1 0,9-2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05.0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2924 24575,'2'-9'0,"0"-1"0,0 1 0,1 0 0,0 0 0,0 0 0,1 0 0,0 1 0,6-9 0,6-15 0,2-12 0,-9 21 0,1 0 0,1 0 0,1 1 0,18-26 0,-8 17 0,-2-1 0,17-38 0,25-40 0,67-82 0,-123 180 0,1 0 0,-2-1 0,0 1 0,0-1 0,-1 0 0,5-26 0,-7 24 0,2 0 0,0 0 0,1 0 0,11-23 0,-3 15 0,-1-1 0,-1 0 0,15-47 0,-20 54 0,0 0 0,2 1 0,0 0 0,14-21 0,-10 18 0,-2 0 0,14-31 0,-14 15 0,-7 24 0,1 0 0,-1 0 0,11-19 0,37-79 0,-39 81 0,1-1 0,1 2 0,25-38 0,-22 40 0,-1-2 0,-1 0 0,11-30 0,-3 8 0,-2 7 0,32-76 0,-43 93 0,1 1 0,1 0 0,1 1 0,32-43 0,76-75 0,-114 134 0,61-75 0,-40 49 0,-11 12 0,1 0 0,35-29 0,-32 33 0,-2-1 0,0 0 0,0-1 0,21-31 0,-32 38 0,0-1 0,-1 0 0,0 0 0,-1 0 0,0-1 0,-1 0 0,-1 0 0,0-1 0,2-20 0,-5 30 0,1-9 0,-1 1 0,0-1 0,-1 0 0,-2-19 0,2 31 0,-1 0 0,1 0 0,0-1 0,-1 1 0,1 0 0,-1 0 0,0 0 0,0 0 0,1 0 0,-2 0 0,1 0 0,0 0 0,0 0 0,0 0 0,-1 0 0,1 1 0,-1-1 0,0 0 0,1 1 0,-1 0 0,0-1 0,0 1 0,0 0 0,0 0 0,0 0 0,0 0 0,0 0 0,0 1 0,0-1 0,-1 0 0,1 1 0,0 0 0,0 0 0,-5-1 0,4 2 0,0-1 0,0 1 0,0-1 0,0 1 0,0 0 0,0 0 0,0 0 0,0 1 0,0-1 0,1 1 0,-1-1 0,0 1 0,1 0 0,-1 0 0,1 0 0,0 0 0,0 1 0,0-1 0,0 1 0,-2 2 0,-4 8 0,1 0 0,0 1 0,-5 16 0,-7 11 0,-2 1 0,-20 33 0,37-69 0,-1 1 0,0-1 0,0 0 0,0 0 0,-1 0 0,0-1 0,0 0 0,-10 6 0,11-8 0,0 0 0,0 0 0,0 1 0,0 0 0,0 0 0,1 0 0,0 1 0,0-1 0,0 1 0,0 0 0,1 0 0,0 0 0,0 0 0,0 1 0,0 0 0,1-1 0,0 1 0,1 0 0,-1 0 0,1 0 0,-1 11 0,-4 13 0,-12 34 0,-2 7 0,16-49 0,3-14 0,-1 0 0,0 0 0,0 0 0,0 0 0,-1 0 0,-6 11 0,9-19 0,0-1 0,0 1 0,-1 0 0,1 0 0,0 0 0,0 0 0,-1 0 0,1 0 0,0 0 0,0 0 0,-1 0 0,1-1 0,0 1 0,0 0 0,0 0 0,-1 0 0,1 0 0,0-1 0,0 1 0,0 0 0,0 0 0,-1 0 0,1-1 0,0 1 0,0 0 0,0 0 0,0-1 0,0 1 0,0 0 0,0 0 0,0-1 0,0 1 0,0 0 0,0 0 0,0-1 0,0 1 0,0 0 0,0 0 0,0-1 0,0 1 0,0 0 0,0-1 0,-3-17 0,0-278 0,5 179 0,3-15-1365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15.1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1257 3 24575,'-31'-1'0,"21"0"0,-1 1 0,1-1 0,-1 2 0,1 0 0,-1 0 0,1 1 0,0 0 0,0 0 0,-17 8 0,-1 3 0,19-9 0,-1 1 0,0 0 0,1 1 0,-14 11 0,19-14 0,1 0 0,0 1 0,0 0 0,1-1 0,-1 1 0,1 0 0,-1 0 0,1 0 0,0 1 0,1-1 0,-1 1 0,1-1 0,0 1 0,-1 6 0,1-3 0,0 0 0,-1 0 0,0 0 0,-6 14 0,7-19 0,-1 0 0,0 0 0,0 0 0,0 0 0,-1 0 0,1-1 0,-1 1 0,1-1 0,-1 0 0,0 0 0,0 0 0,0 0 0,0 0 0,-4 1 0,-16 6 0,1 0 0,-1-2 0,0-1 0,0-1 0,-45 5 0,-120-7 0,127-4 0,31 0 0,-56-12 0,54 8 0,-45-3 0,-194 8-1365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17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26.5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0 111 24575,'664'0'0,"-624"-2"0,60-11 0,28-1 0,-100 11 0,0 0 0,0-2 0,35-11 0,-33 8 0,0 1 0,45-5 0,-5 11 0,-48 2 0,1-2 0,-1 0 0,40-8 0,-18 2-96,0 1 1,0 2-1,77 4 0,-76 1-886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33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1 334 24575,'1413'0'0,"-1388"-2"0,1 0 0,-1-2 0,1-1 0,25-9 0,-17 5 0,48-7 0,-41 9 0,49-14 0,-55 12 0,1 1 0,49-5 0,94-7 0,-120 13 0,-49 5 0,1-1 0,-1 1 0,0-2 0,13-6 0,25-7 0,143-23 0,-189 39 0,-6 0 0,-13-1 0,-24 0 0,-1187 4 0,1209-1 0,0 2 0,0 0 0,0 1 0,0 1 0,1 0 0,-19 10 0,-46 12 0,23-13 0,2 3 0,-65 27 0,-18 9 0,141-53 0,0 0 0,0 0 0,0 0 0,0 1 0,0-1 0,0 0 0,0 0 0,0 0 0,0 0 0,0 0 0,0 0 0,1 0 0,-1 0 0,0 0 0,0 0 0,0 0 0,0 0 0,0 0 0,0 1 0,0-1 0,0 0 0,0 0 0,0 0 0,0 0 0,0 0 0,-1 0 0,1 0 0,0 0 0,0 0 0,0 0 0,0 0 0,0 0 0,0 0 0,0 0 0,0 1 0,0-1 0,0 0 0,0 0 0,0 0 0,0 0 0,0 0 0,0 0 0,0 0 0,0 0 0,0 0 0,0 0 0,0 0 0,-1 0 0,15 1 0,19 0 0,784-5 0,-763 2 0,55-11 0,42-1 0,-107 13 0,255-14 0,-20 4 0,-275 11 0,0 1 0,-1-1 0,1 0 0,0-1 0,0 1 0,0-1 0,0 0 0,0 0 0,-1 0 0,1 0 0,0-1 0,-1 1 0,1-1 0,-1 0 0,0 0 0,1 0 0,-1-1 0,0 1 0,0-1 0,0 0 0,-1 1 0,1-1 0,-1-1 0,0 1 0,1 0 0,-2 0 0,3-5 0,8-12 0,26-31 0,-26 36 0,-1-1 0,0 0 0,10-21 0,-20 37 0,-1-1 0,0 0 0,1 0 0,-1 0 0,0 1 0,1-1 0,-1 0 0,0 0 0,0 0 0,0 0 0,0 0 0,0 0 0,0 0 0,0 1 0,0-1 0,0 0 0,0 0 0,0 0 0,-1 0 0,1 0 0,0 0 0,-1 1 0,1-1 0,-1 0 0,1 0 0,-1-1 0,-1 1 0,0 0 0,1-1 0,-1 1 0,0 0 0,0 0 0,0 0 0,1 0 0,-1 1 0,0-1 0,0 0 0,-4 0 0,-7-1 0,-1 1 0,-27 0 0,29 1 0,-75-2 0,0 3 0,0 5 0,-160 31 0,222-32-682,-40 4-1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34.2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24575,'9'0'0,"8"0"0,5 0 0,5 0 0,1 0 0,1 0 0,0 0 0,5 0 0,0 0 0,5 0 0,0 0 0,-3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40.3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24562,'1092'2376'0,"-1073"-2950"0,-38 1148 0,-430-933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6:33.4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200 5 24575,'-199'0'0,"259"-2"0,-32 0 0,0 2 0,0 1 0,50 7 0,-74-7 0,1 1 0,0-1 0,0 1 0,-1 0 0,1 0 0,-1 1 0,1-1 0,-1 1 0,0 0 0,0 1 0,0-1 0,-1 0 0,1 1 0,-1 0 0,0 0 0,0 0 0,3 5 0,2 6 0,-1 0 0,0 1 0,7 28 0,-7-23 0,1 5 0,-2-1 0,-1 1 0,-1 0 0,0 31 0,-5 107 0,-2-62 0,2-66 0,-1 0 0,-2 0 0,-16 68 0,-25 113 0,42-205 0,1-2 0,0-1 0,0 1 0,-1-1 0,-6 14 0,8-22 0,1 0 0,-1 0 0,1 0 0,-1 0 0,1 0 0,-1 0 0,0-1 0,0 1 0,1 0 0,-1 0 0,0-1 0,0 1 0,0-1 0,0 1 0,0 0 0,0-1 0,0 0 0,0 1 0,-2 0 0,2-1 0,0-1 0,-1 1 0,1 0 0,-1-1 0,1 1 0,0-1 0,-1 1 0,1-1 0,0 1 0,-1-1 0,1 0 0,0 0 0,0 0 0,0 1 0,0-1 0,0 0 0,0-1 0,0 1 0,-1-1 0,-3-6 0,0 1 0,0 0 0,1-1 0,0 0 0,0 0 0,1 0 0,0-1 0,0 1 0,-2-18 0,-6-86 0,9 91 0,-6-202 0,-3-28 0,5 185 0,3 50 0,3 46 0,33 272 0,-20-211 0,-10-61 0,2 0 0,0 0 0,2 0 0,2-1 0,0 0 0,2-1 0,1 0 0,19 32 0,-5-18 0,-1 1 0,-3 1 0,26 71 0,-41-98 0,2 0 0,0-1 0,0 0 0,1-1 0,24 27 0,-20-25 0,0 0 0,-2 1 0,19 34 0,-24-36 0,-1 1 0,-1-1 0,-1 1 0,0 0 0,-1 1 0,0 23 0,-4 108 0,-2-65 0,4-49 0,1 0 0,1 0 0,8 35 0,-6-43 0,0 34 0,-1-15 0,-3-38 0,1-1 0,0 1 0,1-1 0,0 0 0,0 0 0,1 0 0,0-1 0,0 1 0,6 6 0,-4-4 0,-1-1 0,0 1 0,0 0 0,6 16 0,0 19 0,7 20 0,16 34 0,-24-119 0,14-49 0,54-107 0,51-59 0,-119 219 0,0 0 0,-2-1 0,0 0 0,-1 0 0,-1-1 0,-1 0 0,-1 0 0,0 0 0,-1 0 0,-1-1 0,-2-33 0,1 28 0,0 1 0,8-46 0,2-24 0,-11 31 0,-1 41 0,1 0 0,1 0 0,0 0 0,2 0 0,9-35 0,7-11 0,-4-1 0,14-137 0,-27 144 0,-2 46 0,0 0 0,1 0 0,0 0 0,2 0 0,0 1 0,7-23 0,-1 14 0,-1-1 0,-2 0 0,0 0 0,-2-1 0,0 1 0,-2-1 0,-2-46 0,0 40-1365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6:56.7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3582 24575,'0'-630'0,"0"624"0,0 0 0,0-1 0,1 1 0,-1 0 0,2 0 0,-1 0 0,1 0 0,-1 0 0,2 0 0,-1 1 0,1-1 0,-1 0 0,2 1 0,-1 0 0,1 0 0,5-7 0,-1 3 0,-1 0 0,0-1 0,0 0 0,-1-1 0,-1 1 0,0-1 0,0 0 0,-1 0 0,0-1 0,-1 1 0,2-17 0,0-10 0,-2 0 0,-3-47 0,1 69 0,0-1 0,2 0 0,0 1 0,0 0 0,12-28 0,-8 22 0,0-1 0,3-22 0,3-27 0,-7 45 0,-1 0 0,2-41 0,-7 62 0,0 1 0,1-1 0,0 1 0,0-1 0,0 0 0,0 1 0,1 0 0,0-1 0,0 1 0,1 0 0,-1 0 0,1 0 0,5-7 0,-4 6 0,0-1 0,0 0 0,-1 0 0,0 0 0,0 0 0,-1-1 0,0 1 0,2-15 0,-1-66 0,-3 67 0,0 0 0,6-38 0,24-51 0,-18 74 0,-3-1 0,9-56 0,12-132 0,-27 211 0,0 0 0,1 1 0,12-27 0,-10 26 0,-1 0 0,0 0 0,4-24 0,0-15 0,0-4 0,4-88 0,-15-67 0,4-116 0,2 291 0,2-1 0,1 2 0,2-1 0,20-53 0,-27 84-76,1 1 1,-1-1-1,1 0 0,0 0 0,1 1 0,-1 0 0,1 0 0,0 0 1,0 0-1,1 0 0,-1 1 0,1 0 0,0 0 0,1 0 1,-1 1-1,0-1 0,9-2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05.0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2924 24575,'2'-9'0,"0"-1"0,0 1 0,1 0 0,0 0 0,0 0 0,1 0 0,0 1 0,6-9 0,6-15 0,2-12 0,-9 21 0,1 0 0,1 0 0,1 1 0,18-26 0,-8 17 0,-2-1 0,17-38 0,25-40 0,67-82 0,-123 180 0,1 0 0,-2-1 0,0 1 0,0-1 0,-1 0 0,5-26 0,-7 24 0,2 0 0,0 0 0,1 0 0,11-23 0,-3 15 0,-1-1 0,-1 0 0,15-47 0,-20 54 0,0 0 0,2 1 0,0 0 0,14-21 0,-10 18 0,-2 0 0,14-31 0,-14 15 0,-7 24 0,1 0 0,-1 0 0,11-19 0,37-79 0,-39 81 0,1-1 0,1 2 0,25-38 0,-22 40 0,-1-2 0,-1 0 0,11-30 0,-3 8 0,-2 7 0,32-76 0,-43 93 0,1 1 0,1 0 0,1 1 0,32-43 0,76-75 0,-114 134 0,61-75 0,-40 49 0,-11 12 0,1 0 0,35-29 0,-32 33 0,-2-1 0,0 0 0,0-1 0,21-31 0,-32 38 0,0-1 0,-1 0 0,0 0 0,-1 0 0,0-1 0,-1 0 0,-1 0 0,0-1 0,2-20 0,-5 30 0,1-9 0,-1 1 0,0-1 0,-1 0 0,-2-19 0,2 31 0,-1 0 0,1 0 0,0-1 0,-1 1 0,1 0 0,-1 0 0,0 0 0,0 0 0,1 0 0,-2 0 0,1 0 0,0 0 0,0 0 0,0 0 0,-1 0 0,1 1 0,-1-1 0,0 0 0,1 1 0,-1 0 0,0-1 0,0 1 0,0 0 0,0 0 0,0 0 0,0 0 0,0 0 0,0 1 0,0-1 0,-1 0 0,1 1 0,0 0 0,0 0 0,-5-1 0,4 2 0,0-1 0,0 1 0,0-1 0,0 1 0,0 0 0,0 0 0,0 0 0,0 1 0,0-1 0,1 1 0,-1-1 0,0 1 0,1 0 0,-1 0 0,1 0 0,0 0 0,0 1 0,0-1 0,0 1 0,-2 2 0,-4 8 0,1 0 0,0 1 0,-5 16 0,-7 11 0,-2 1 0,-20 33 0,37-69 0,-1 1 0,0-1 0,0 0 0,0 0 0,-1 0 0,0-1 0,0 0 0,-10 6 0,11-8 0,0 0 0,0 0 0,0 1 0,0 0 0,0 0 0,1 0 0,0 1 0,0-1 0,0 1 0,0 0 0,1 0 0,0 0 0,0 0 0,0 1 0,0 0 0,1-1 0,0 1 0,1 0 0,-1 0 0,1 0 0,-1 11 0,-4 13 0,-12 34 0,-2 7 0,16-49 0,3-14 0,-1 0 0,0 0 0,0 0 0,0 0 0,-1 0 0,-6 11 0,9-19 0,0-1 0,0 1 0,-1 0 0,1 0 0,0 0 0,0 0 0,-1 0 0,1 0 0,0 0 0,0 0 0,-1 0 0,1-1 0,0 1 0,0 0 0,0 0 0,-1 0 0,1 0 0,0-1 0,0 1 0,0 0 0,0 0 0,-1 0 0,1-1 0,0 1 0,0 0 0,0 0 0,0-1 0,0 1 0,0 0 0,0 0 0,0-1 0,0 1 0,0 0 0,0 0 0,0-1 0,0 1 0,0 0 0,0 0 0,0-1 0,0 1 0,0 0 0,0-1 0,-3-17 0,0-278 0,5 179 0,3-15-1365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15.1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1257 3 24575,'-31'-1'0,"21"0"0,-1 1 0,1-1 0,-1 2 0,1 0 0,-1 0 0,1 1 0,0 0 0,0 0 0,-17 8 0,-1 3 0,19-9 0,-1 1 0,0 0 0,1 1 0,-14 11 0,19-14 0,1 0 0,0 1 0,0 0 0,1-1 0,-1 1 0,1 0 0,-1 0 0,1 0 0,0 1 0,1-1 0,-1 1 0,1-1 0,0 1 0,-1 6 0,1-3 0,0 0 0,-1 0 0,0 0 0,-6 14 0,7-19 0,-1 0 0,0 0 0,0 0 0,0 0 0,-1 0 0,1-1 0,-1 1 0,1-1 0,-1 0 0,0 0 0,0 0 0,0 0 0,0 0 0,-4 1 0,-16 6 0,1 0 0,-1-2 0,0-1 0,0-1 0,-45 5 0,-120-7 0,127-4 0,31 0 0,-56-12 0,54 8 0,-45-3 0,-194 8-1365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17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26.5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0 111 24575,'664'0'0,"-624"-2"0,60-11 0,28-1 0,-100 11 0,0 0 0,0-2 0,35-11 0,-33 8 0,0 1 0,45-5 0,-5 11 0,-48 2 0,1-2 0,-1 0 0,40-8 0,-18 2-96,0 1 1,0 2-1,77 4 0,-76 1-886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33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1 334 24575,'1413'0'0,"-1388"-2"0,1 0 0,-1-2 0,1-1 0,25-9 0,-17 5 0,48-7 0,-41 9 0,49-14 0,-55 12 0,1 1 0,49-5 0,94-7 0,-120 13 0,-49 5 0,1-1 0,-1 1 0,0-2 0,13-6 0,25-7 0,143-23 0,-189 39 0,-6 0 0,-13-1 0,-24 0 0,-1187 4 0,1209-1 0,0 2 0,0 0 0,0 1 0,0 1 0,1 0 0,-19 10 0,-46 12 0,23-13 0,2 3 0,-65 27 0,-18 9 0,141-53 0,0 0 0,0 0 0,0 0 0,0 1 0,0-1 0,0 0 0,0 0 0,0 0 0,0 0 0,0 0 0,0 0 0,1 0 0,-1 0 0,0 0 0,0 0 0,0 0 0,0 0 0,0 0 0,0 1 0,0-1 0,0 0 0,0 0 0,0 0 0,0 0 0,0 0 0,-1 0 0,1 0 0,0 0 0,0 0 0,0 0 0,0 0 0,0 0 0,0 0 0,0 0 0,0 1 0,0-1 0,0 0 0,0 0 0,0 0 0,0 0 0,0 0 0,0 0 0,0 0 0,0 0 0,0 0 0,0 0 0,0 0 0,-1 0 0,15 1 0,19 0 0,784-5 0,-763 2 0,55-11 0,42-1 0,-107 13 0,255-14 0,-20 4 0,-275 11 0,0 1 0,-1-1 0,1 0 0,0-1 0,0 1 0,0-1 0,0 0 0,0 0 0,-1 0 0,1 0 0,0-1 0,-1 1 0,1-1 0,-1 0 0,0 0 0,1 0 0,-1-1 0,0 1 0,0-1 0,0 0 0,-1 1 0,1-1 0,-1-1 0,0 1 0,1 0 0,-2 0 0,3-5 0,8-12 0,26-31 0,-26 36 0,-1-1 0,0 0 0,10-21 0,-20 37 0,-1-1 0,0 0 0,1 0 0,-1 0 0,0 1 0,1-1 0,-1 0 0,0 0 0,0 0 0,0 0 0,0 0 0,0 0 0,0 0 0,0 1 0,0-1 0,0 0 0,0 0 0,0 0 0,-1 0 0,1 0 0,0 0 0,-1 1 0,1-1 0,-1 0 0,1 0 0,-1-1 0,-1 1 0,0 0 0,1-1 0,-1 1 0,0 0 0,0 0 0,0 0 0,1 0 0,-1 1 0,0-1 0,0 0 0,-4 0 0,-7-1 0,-1 1 0,-27 0 0,29 1 0,-75-2 0,0 3 0,0 5 0,-160 31 0,222-32-682,-40 4-1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34.2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24575,'9'0'0,"8"0"0,5 0 0,5 0 0,1 0 0,1 0 0,0 0 0,5 0 0,0 0 0,5 0 0,0 0 0,-3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8:07:40.3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24562,'1092'2376'0,"-1073"-2950"0,-38 1148 0,-430-933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3BF3F-F8EE-452C-A65E-4FAA9ACE84C6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DD0AE-79AC-4DA0-AC7D-95973AE63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2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5BBC-0EEF-6B04-50AB-D1F95A0A5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9956A-9F29-9C95-BA68-A15CD9782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C176-16F6-C9F1-86AC-D3AC0E32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0D62-4184-49AF-9CEB-5722B5241A4F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22AF8-ED7C-F5A9-68D2-3AD0783A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18B79-84BB-36B4-C094-C8C8D9DB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4D67-FBCD-91CB-BE4F-F49303FD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3B14-9BAE-261B-4765-757948979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600D3-949B-D955-5AF0-B7368902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7A89-9E78-44A5-A55C-A55D9CA4D5A8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CFE1B-4DA9-A6DB-7F77-75109390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CE2D-DBC2-0049-F4C3-45628275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0A09-AD27-32E5-51B7-05FE87BB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589B2-A271-86F4-8B5B-5DEB926C5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D2840-EAA1-D609-1F32-B89709A8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89169-03E4-449C-BB94-53A828567B67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5AC54-CF71-777B-DBC0-E36619D7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BD365-0036-6704-A174-B6D9D807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71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9965-5322-3D0A-A994-BE1C18712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CF4BE-8FEC-3F50-F88D-ED11F6226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92F11-44D8-1F2C-EDB6-30DDB60F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BB993-57A6-E068-482B-33CCA96D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B214-E898-4848-BF6D-E557C0B5341A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EC09A-BD78-FC93-1CBE-77B5DC7A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CF4F8-7AA1-A213-3E53-9760CBF6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8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79D8-4421-DF32-7790-8DF6FCAB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A5459-E64C-194A-3D84-585006C4F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27C10-A91A-6DBC-0DB2-C141DCA24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1B1FEF-E454-C10D-08EE-102BA4E34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C549A-C03A-6C2F-D68E-030E35A8D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13C8F-D73C-DDA8-961B-97BD81D7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D78-87F9-456F-9081-38C8860BC39D}" type="datetime1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605E6-4B42-749A-99FD-4232222B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2211C-4D9F-F51E-9DE7-17705F8B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9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9E6E-4C78-718C-E119-46C779B8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2E96B-6B0D-7F64-20EC-6AFD899C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4F55D-8863-4852-A711-775D02804AF0}" type="datetime1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7CB36-221A-D7B9-2117-8299A40E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50F15-5CA9-4E6B-BF9F-88EF48F78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7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F2BC5-128F-0F82-18C7-3CF086D0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43156-9D77-47B8-BA60-1D6A3508D40D}" type="datetime1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871A9-947F-8305-30DB-BD3DF598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F3111-F705-4D02-7C6E-D10714CF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5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CEC9-86CE-BCEE-C9AD-027DB7A6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36E8A-4600-06C8-2ED4-CFB51BAF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75DEF-97E3-DF22-DEB3-F4F2C614C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AB87D-8577-18EB-28B2-BD50DBF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240C-77F6-4154-B86B-5F64DDD06F7B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B8B1-9786-8A4F-0756-F3A71B36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92702-9CE9-82E6-7AFD-88D3170F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2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945B-B005-85BB-2060-CBA0E79C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E2098-6D4A-D5F4-44A5-F442C54DC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5DF9F-C8BD-B2ED-7EBE-8D571FB48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77B9B-B2B6-E981-A115-71E733E8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973C-60CA-4030-81DB-5F5F3643082B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48067-DFA8-5123-8C63-71F72BEC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DEFB7-9149-E1B9-F45E-7E1FF6E0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2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E085-0051-DEED-72A4-F5DD22F8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27995-DEBD-C7BE-2FFF-EB7C65479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14047-D4EC-5EAB-DB24-0E187A21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37E0-5B12-41E9-B99A-E85244021FDA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42C9-E0F7-8D96-F345-826588EE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49E56-7392-94D5-3439-D33EAEAD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2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070E2-79BD-BCD9-55A3-829698D72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A1578-6766-27C4-5F8D-41DD713DC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4E247-0B65-CD12-66B1-309A2204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9B56-2B3B-4F3B-BFEF-4FC82EC15A65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EDE9D-9E30-7910-989D-3D66B8E8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48A5D-BEC7-0D83-1ACA-5F9E3F09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8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91D44-747E-90E7-A9FD-6B6FA43E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9427C-3E6B-9EAE-466F-D684603F0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91BD-4E5B-70A2-24E2-1472714BA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1C929-83B3-4DF9-9EB9-F4981ED8C39A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3398F-F74D-DCC8-05D6-0278F7B37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C30BD-3FFB-BB0B-360B-F852BCBFD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B0EA4-DD12-4812-8374-61B7ADCF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5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6.png"/><Relationship Id="rId18" Type="http://schemas.openxmlformats.org/officeDocument/2006/relationships/customXml" Target="../ink/ink8.xml"/><Relationship Id="rId3" Type="http://schemas.openxmlformats.org/officeDocument/2006/relationships/image" Target="../media/image42.png"/><Relationship Id="rId21" Type="http://schemas.openxmlformats.org/officeDocument/2006/relationships/image" Target="../media/image70.png"/><Relationship Id="rId7" Type="http://schemas.openxmlformats.org/officeDocument/2006/relationships/image" Target="../media/image63.png"/><Relationship Id="rId12" Type="http://schemas.openxmlformats.org/officeDocument/2006/relationships/customXml" Target="../ink/ink5.xml"/><Relationship Id="rId17" Type="http://schemas.openxmlformats.org/officeDocument/2006/relationships/image" Target="../media/image68.png"/><Relationship Id="rId2" Type="http://schemas.openxmlformats.org/officeDocument/2006/relationships/image" Target="../media/image46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5" Type="http://schemas.openxmlformats.org/officeDocument/2006/relationships/image" Target="../media/image67.png"/><Relationship Id="rId10" Type="http://schemas.openxmlformats.org/officeDocument/2006/relationships/customXml" Target="../ink/ink4.xml"/><Relationship Id="rId19" Type="http://schemas.openxmlformats.org/officeDocument/2006/relationships/image" Target="../media/image69.png"/><Relationship Id="rId4" Type="http://schemas.openxmlformats.org/officeDocument/2006/relationships/customXml" Target="../ink/ink1.xml"/><Relationship Id="rId9" Type="http://schemas.openxmlformats.org/officeDocument/2006/relationships/image" Target="../media/image64.png"/><Relationship Id="rId14" Type="http://schemas.openxmlformats.org/officeDocument/2006/relationships/customXml" Target="../ink/ink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66.png"/><Relationship Id="rId18" Type="http://schemas.openxmlformats.org/officeDocument/2006/relationships/customXml" Target="../ink/ink17.xml"/><Relationship Id="rId3" Type="http://schemas.openxmlformats.org/officeDocument/2006/relationships/image" Target="../media/image42.png"/><Relationship Id="rId21" Type="http://schemas.openxmlformats.org/officeDocument/2006/relationships/image" Target="../media/image77.png"/><Relationship Id="rId7" Type="http://schemas.openxmlformats.org/officeDocument/2006/relationships/image" Target="../media/image72.png"/><Relationship Id="rId12" Type="http://schemas.openxmlformats.org/officeDocument/2006/relationships/customXml" Target="../ink/ink14.xml"/><Relationship Id="rId17" Type="http://schemas.openxmlformats.org/officeDocument/2006/relationships/image" Target="../media/image76.png"/><Relationship Id="rId2" Type="http://schemas.openxmlformats.org/officeDocument/2006/relationships/image" Target="../media/image46.png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1.xml"/><Relationship Id="rId11" Type="http://schemas.openxmlformats.org/officeDocument/2006/relationships/image" Target="../media/image74.png"/><Relationship Id="rId5" Type="http://schemas.openxmlformats.org/officeDocument/2006/relationships/image" Target="../media/image71.png"/><Relationship Id="rId15" Type="http://schemas.openxmlformats.org/officeDocument/2006/relationships/image" Target="../media/image75.png"/><Relationship Id="rId10" Type="http://schemas.openxmlformats.org/officeDocument/2006/relationships/customXml" Target="../ink/ink13.xml"/><Relationship Id="rId19" Type="http://schemas.openxmlformats.org/officeDocument/2006/relationships/image" Target="../media/image69.png"/><Relationship Id="rId4" Type="http://schemas.openxmlformats.org/officeDocument/2006/relationships/customXml" Target="../ink/ink10.xml"/><Relationship Id="rId9" Type="http://schemas.openxmlformats.org/officeDocument/2006/relationships/image" Target="../media/image73.png"/><Relationship Id="rId14" Type="http://schemas.openxmlformats.org/officeDocument/2006/relationships/customXml" Target="../ink/ink1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0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90.png"/><Relationship Id="rId4" Type="http://schemas.openxmlformats.org/officeDocument/2006/relationships/image" Target="../media/image128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D7E6A-D5CC-471B-838A-02998ED9D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Kinematics and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003BA-200C-FCAE-BC8F-E59B8D1DD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9941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Day 01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D937F-FB5F-7BAC-1488-4150C5E29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427" y="2319064"/>
            <a:ext cx="4916128" cy="42917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FF523-069D-E37D-7410-D2B4A87D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5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B262-8BA8-A65E-77F0-90DE9D3D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End Semester Examination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D04C-1545-AF92-42C4-60FF3BC1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01 : MCQ</a:t>
            </a:r>
          </a:p>
          <a:p>
            <a:r>
              <a:rPr lang="en-US" dirty="0"/>
              <a:t>Question 02 : Rotation Matrices, Euler Rotation</a:t>
            </a:r>
          </a:p>
          <a:p>
            <a:r>
              <a:rPr lang="en-US" dirty="0"/>
              <a:t>Question 03 : VVD &amp; AVD</a:t>
            </a:r>
          </a:p>
          <a:p>
            <a:r>
              <a:rPr lang="en-US" dirty="0"/>
              <a:t>Question 04 : Gears</a:t>
            </a:r>
          </a:p>
          <a:p>
            <a:r>
              <a:rPr lang="en-US" dirty="0"/>
              <a:t>Question 05 : Cam and Follower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3EC5E-F9F1-B859-AF2E-0FC43780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3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ADC8-9566-2496-FF57-F520D188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Intermediate Frames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8F269-5121-F12D-B0CF-67184B229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62B1A-2EEB-51BD-06FB-70386A45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6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74CC-EEDC-143A-F322-259E954F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Frames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40D04B-2097-D1D0-217D-597CD2779425}"/>
              </a:ext>
            </a:extLst>
          </p:cNvPr>
          <p:cNvCxnSpPr/>
          <p:nvPr/>
        </p:nvCxnSpPr>
        <p:spPr>
          <a:xfrm>
            <a:off x="5565058" y="4139381"/>
            <a:ext cx="35592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73CD6D-E7B2-26C7-9BD9-2625A399039D}"/>
              </a:ext>
            </a:extLst>
          </p:cNvPr>
          <p:cNvCxnSpPr>
            <a:cxnSpLocks/>
          </p:cNvCxnSpPr>
          <p:nvPr/>
        </p:nvCxnSpPr>
        <p:spPr>
          <a:xfrm flipV="1">
            <a:off x="5574890" y="727587"/>
            <a:ext cx="0" cy="3421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73E9D3-258A-9F85-7376-3B1B74A7DE55}"/>
              </a:ext>
            </a:extLst>
          </p:cNvPr>
          <p:cNvCxnSpPr>
            <a:cxnSpLocks/>
          </p:cNvCxnSpPr>
          <p:nvPr/>
        </p:nvCxnSpPr>
        <p:spPr>
          <a:xfrm flipH="1">
            <a:off x="2547538" y="4149213"/>
            <a:ext cx="3017520" cy="1966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4794EDC-301D-F716-8340-29948381B462}"/>
              </a:ext>
            </a:extLst>
          </p:cNvPr>
          <p:cNvSpPr txBox="1"/>
          <p:nvPr/>
        </p:nvSpPr>
        <p:spPr>
          <a:xfrm>
            <a:off x="9134167" y="395471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DF0D9-FDBB-934C-A69B-D0F5748ECA47}"/>
              </a:ext>
            </a:extLst>
          </p:cNvPr>
          <p:cNvSpPr txBox="1"/>
          <p:nvPr/>
        </p:nvSpPr>
        <p:spPr>
          <a:xfrm>
            <a:off x="5402407" y="3582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F92CC4-8CB0-0765-1650-99CB0C001F5E}"/>
                  </a:ext>
                </a:extLst>
              </p:cNvPr>
              <p:cNvSpPr txBox="1"/>
              <p:nvPr/>
            </p:nvSpPr>
            <p:spPr>
              <a:xfrm>
                <a:off x="2242384" y="5930999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F92CC4-8CB0-0765-1650-99CB0C001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384" y="5930999"/>
                <a:ext cx="39466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3E0ED28-1882-4653-3472-59B388D97154}"/>
              </a:ext>
            </a:extLst>
          </p:cNvPr>
          <p:cNvSpPr txBox="1"/>
          <p:nvPr/>
        </p:nvSpPr>
        <p:spPr>
          <a:xfrm>
            <a:off x="7680960" y="1198880"/>
            <a:ext cx="2180597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i="1" dirty="0">
                <a:latin typeface="+mj-lt"/>
              </a:rPr>
              <a:t>Fixed Frame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C72D89-95DC-74AD-9073-8559AC54356D}"/>
              </a:ext>
            </a:extLst>
          </p:cNvPr>
          <p:cNvCxnSpPr>
            <a:cxnSpLocks/>
          </p:cNvCxnSpPr>
          <p:nvPr/>
        </p:nvCxnSpPr>
        <p:spPr>
          <a:xfrm flipH="1">
            <a:off x="5712107" y="1637824"/>
            <a:ext cx="1968853" cy="2395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10A555-77BD-5817-DC49-45102A62FBFE}"/>
              </a:ext>
            </a:extLst>
          </p:cNvPr>
          <p:cNvCxnSpPr>
            <a:cxnSpLocks/>
          </p:cNvCxnSpPr>
          <p:nvPr/>
        </p:nvCxnSpPr>
        <p:spPr>
          <a:xfrm flipH="1" flipV="1">
            <a:off x="3949200" y="707923"/>
            <a:ext cx="1625690" cy="343145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221E93-9788-7380-41A8-F6E40AA76E48}"/>
              </a:ext>
            </a:extLst>
          </p:cNvPr>
          <p:cNvCxnSpPr>
            <a:cxnSpLocks/>
          </p:cNvCxnSpPr>
          <p:nvPr/>
        </p:nvCxnSpPr>
        <p:spPr>
          <a:xfrm flipV="1">
            <a:off x="5555226" y="2222599"/>
            <a:ext cx="3487174" cy="192661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102BD4-470A-745A-9533-57BE632AC248}"/>
              </a:ext>
            </a:extLst>
          </p:cNvPr>
          <p:cNvCxnSpPr>
            <a:cxnSpLocks/>
          </p:cNvCxnSpPr>
          <p:nvPr/>
        </p:nvCxnSpPr>
        <p:spPr>
          <a:xfrm flipH="1">
            <a:off x="5265191" y="4139381"/>
            <a:ext cx="309699" cy="234366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11BE1ED-64E8-EBE7-92D3-E1B8BF1932C6}"/>
              </a:ext>
            </a:extLst>
          </p:cNvPr>
          <p:cNvSpPr txBox="1"/>
          <p:nvPr/>
        </p:nvSpPr>
        <p:spPr>
          <a:xfrm>
            <a:off x="5524003" y="410313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F51307-E101-A1C1-00A5-348FC9210D0C}"/>
              </a:ext>
            </a:extLst>
          </p:cNvPr>
          <p:cNvSpPr txBox="1"/>
          <p:nvPr/>
        </p:nvSpPr>
        <p:spPr>
          <a:xfrm>
            <a:off x="5229203" y="386238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C10941-26E0-F37F-B5AC-DFE27FC04A60}"/>
              </a:ext>
            </a:extLst>
          </p:cNvPr>
          <p:cNvSpPr txBox="1"/>
          <p:nvPr/>
        </p:nvSpPr>
        <p:spPr>
          <a:xfrm>
            <a:off x="9031383" y="203793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2ADC37-AD4C-CD11-0979-EE99BFDFD006}"/>
              </a:ext>
            </a:extLst>
          </p:cNvPr>
          <p:cNvSpPr txBox="1"/>
          <p:nvPr/>
        </p:nvSpPr>
        <p:spPr>
          <a:xfrm>
            <a:off x="3714505" y="3730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0B7C4-AAFB-6802-0AC7-6EAC24D43C96}"/>
              </a:ext>
            </a:extLst>
          </p:cNvPr>
          <p:cNvSpPr txBox="1"/>
          <p:nvPr/>
        </p:nvSpPr>
        <p:spPr>
          <a:xfrm>
            <a:off x="5102325" y="63907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3AB8A3-86CA-F912-0BEE-A860DE7388F8}"/>
              </a:ext>
            </a:extLst>
          </p:cNvPr>
          <p:cNvCxnSpPr>
            <a:cxnSpLocks/>
          </p:cNvCxnSpPr>
          <p:nvPr/>
        </p:nvCxnSpPr>
        <p:spPr>
          <a:xfrm flipV="1">
            <a:off x="3601339" y="3071911"/>
            <a:ext cx="1361440" cy="54888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FFBBDD1-113B-36CD-31F8-F7A3D0CF3EC9}"/>
              </a:ext>
            </a:extLst>
          </p:cNvPr>
          <p:cNvSpPr txBox="1"/>
          <p:nvPr/>
        </p:nvSpPr>
        <p:spPr>
          <a:xfrm>
            <a:off x="1127837" y="3412728"/>
            <a:ext cx="2559932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Moving Frame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10575-3D27-A8EE-CE39-F7610C3E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2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  <p:bldP spid="28" grpId="0"/>
      <p:bldP spid="29" grpId="0"/>
      <p:bldP spid="30" grpId="0"/>
      <p:bldP spid="31" grpId="0"/>
      <p:bldP spid="32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C249C-6F01-339F-E613-F2997789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BB15C1-BFC7-BB72-9741-05E75F0A963A}"/>
              </a:ext>
            </a:extLst>
          </p:cNvPr>
          <p:cNvCxnSpPr/>
          <p:nvPr/>
        </p:nvCxnSpPr>
        <p:spPr>
          <a:xfrm>
            <a:off x="3563538" y="4171299"/>
            <a:ext cx="35592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611DFE-1FD0-DF8E-05FB-CB76608D9119}"/>
              </a:ext>
            </a:extLst>
          </p:cNvPr>
          <p:cNvCxnSpPr>
            <a:cxnSpLocks/>
          </p:cNvCxnSpPr>
          <p:nvPr/>
        </p:nvCxnSpPr>
        <p:spPr>
          <a:xfrm flipV="1">
            <a:off x="3573370" y="759505"/>
            <a:ext cx="0" cy="3421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14B623-712E-0327-EB22-3488E6903C5B}"/>
              </a:ext>
            </a:extLst>
          </p:cNvPr>
          <p:cNvCxnSpPr>
            <a:cxnSpLocks/>
          </p:cNvCxnSpPr>
          <p:nvPr/>
        </p:nvCxnSpPr>
        <p:spPr>
          <a:xfrm flipH="1">
            <a:off x="546018" y="4181131"/>
            <a:ext cx="3017520" cy="1966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613ED2-C012-F40E-5EED-2BC8A6CFD7CD}"/>
              </a:ext>
            </a:extLst>
          </p:cNvPr>
          <p:cNvSpPr txBox="1"/>
          <p:nvPr/>
        </p:nvSpPr>
        <p:spPr>
          <a:xfrm>
            <a:off x="7132647" y="398663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A4A22A-2A2B-E4DF-42E8-061605C90B99}"/>
              </a:ext>
            </a:extLst>
          </p:cNvPr>
          <p:cNvSpPr txBox="1"/>
          <p:nvPr/>
        </p:nvSpPr>
        <p:spPr>
          <a:xfrm>
            <a:off x="3400887" y="39017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5F1E01-740F-93FD-9F5E-4E9C42ED23A4}"/>
                  </a:ext>
                </a:extLst>
              </p:cNvPr>
              <p:cNvSpPr txBox="1"/>
              <p:nvPr/>
            </p:nvSpPr>
            <p:spPr>
              <a:xfrm>
                <a:off x="240864" y="5962917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5F1E01-740F-93FD-9F5E-4E9C42ED2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64" y="5962917"/>
                <a:ext cx="39466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2F4BC7-C1B4-8E8E-CD07-487A092D4256}"/>
              </a:ext>
            </a:extLst>
          </p:cNvPr>
          <p:cNvCxnSpPr>
            <a:cxnSpLocks/>
          </p:cNvCxnSpPr>
          <p:nvPr/>
        </p:nvCxnSpPr>
        <p:spPr>
          <a:xfrm flipH="1" flipV="1">
            <a:off x="1947680" y="739841"/>
            <a:ext cx="1625690" cy="343145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CC336A-9130-261B-4875-C9CBFB82299D}"/>
              </a:ext>
            </a:extLst>
          </p:cNvPr>
          <p:cNvCxnSpPr>
            <a:cxnSpLocks/>
          </p:cNvCxnSpPr>
          <p:nvPr/>
        </p:nvCxnSpPr>
        <p:spPr>
          <a:xfrm flipV="1">
            <a:off x="3553706" y="2254517"/>
            <a:ext cx="3487174" cy="192661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801B9B-14BB-B9B8-8CEE-33C01C25B5FD}"/>
              </a:ext>
            </a:extLst>
          </p:cNvPr>
          <p:cNvCxnSpPr>
            <a:cxnSpLocks/>
          </p:cNvCxnSpPr>
          <p:nvPr/>
        </p:nvCxnSpPr>
        <p:spPr>
          <a:xfrm flipH="1">
            <a:off x="3263671" y="4171299"/>
            <a:ext cx="309699" cy="234366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DB74B1-BFC6-2281-93D9-B00E1EE7A27F}"/>
              </a:ext>
            </a:extLst>
          </p:cNvPr>
          <p:cNvSpPr txBox="1"/>
          <p:nvPr/>
        </p:nvSpPr>
        <p:spPr>
          <a:xfrm>
            <a:off x="3522483" y="4135050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DD2649-724A-E05A-9C77-C4AE8FB48789}"/>
              </a:ext>
            </a:extLst>
          </p:cNvPr>
          <p:cNvSpPr txBox="1"/>
          <p:nvPr/>
        </p:nvSpPr>
        <p:spPr>
          <a:xfrm>
            <a:off x="3227683" y="389430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9406EE-1203-8C67-04E8-12D8BBEAD3F8}"/>
              </a:ext>
            </a:extLst>
          </p:cNvPr>
          <p:cNvSpPr txBox="1"/>
          <p:nvPr/>
        </p:nvSpPr>
        <p:spPr>
          <a:xfrm>
            <a:off x="7029863" y="206985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2B157-078F-F597-37B5-FC838B182108}"/>
              </a:ext>
            </a:extLst>
          </p:cNvPr>
          <p:cNvSpPr txBox="1"/>
          <p:nvPr/>
        </p:nvSpPr>
        <p:spPr>
          <a:xfrm>
            <a:off x="1712985" y="4049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0E8712-0F62-5C08-71BD-349F1AC5189D}"/>
              </a:ext>
            </a:extLst>
          </p:cNvPr>
          <p:cNvSpPr txBox="1"/>
          <p:nvPr/>
        </p:nvSpPr>
        <p:spPr>
          <a:xfrm>
            <a:off x="3100805" y="64226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14A29E-7C6D-7305-1DFC-52D41620F6CB}"/>
              </a:ext>
            </a:extLst>
          </p:cNvPr>
          <p:cNvCxnSpPr/>
          <p:nvPr/>
        </p:nvCxnSpPr>
        <p:spPr>
          <a:xfrm flipH="1" flipV="1">
            <a:off x="4307840" y="932041"/>
            <a:ext cx="1422400" cy="12301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Curved Right 40">
            <a:extLst>
              <a:ext uri="{FF2B5EF4-FFF2-40B4-BE49-F238E27FC236}">
                <a16:creationId xmlns:a16="http://schemas.microsoft.com/office/drawing/2014/main" id="{E0D7B5BF-239F-454E-7256-6B193AF4D4CB}"/>
              </a:ext>
            </a:extLst>
          </p:cNvPr>
          <p:cNvSpPr/>
          <p:nvPr/>
        </p:nvSpPr>
        <p:spPr>
          <a:xfrm rot="2118104">
            <a:off x="5668165" y="692401"/>
            <a:ext cx="460093" cy="327660"/>
          </a:xfrm>
          <a:prstGeom prst="curvedRightArrow">
            <a:avLst>
              <a:gd name="adj1" fmla="val 15623"/>
              <a:gd name="adj2" fmla="val 38563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E2B489-B3CF-E5C9-D52E-8D26B44294D0}"/>
              </a:ext>
            </a:extLst>
          </p:cNvPr>
          <p:cNvCxnSpPr>
            <a:cxnSpLocks/>
          </p:cNvCxnSpPr>
          <p:nvPr/>
        </p:nvCxnSpPr>
        <p:spPr>
          <a:xfrm flipV="1">
            <a:off x="3573370" y="944171"/>
            <a:ext cx="734470" cy="3227127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F68FAE-E27D-F58C-E047-D243FE241C1A}"/>
              </a:ext>
            </a:extLst>
          </p:cNvPr>
          <p:cNvCxnSpPr>
            <a:cxnSpLocks/>
          </p:cNvCxnSpPr>
          <p:nvPr/>
        </p:nvCxnSpPr>
        <p:spPr>
          <a:xfrm flipV="1">
            <a:off x="3563459" y="2160720"/>
            <a:ext cx="2166781" cy="201057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866433A-FC34-6755-A5FA-F4318AC74AE9}"/>
              </a:ext>
            </a:extLst>
          </p:cNvPr>
          <p:cNvSpPr txBox="1"/>
          <p:nvPr/>
        </p:nvSpPr>
        <p:spPr>
          <a:xfrm>
            <a:off x="5024625" y="127544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AA2EFEF-18AC-6976-2E4B-CE38364B805B}"/>
              </a:ext>
            </a:extLst>
          </p:cNvPr>
          <p:cNvCxnSpPr/>
          <p:nvPr/>
        </p:nvCxnSpPr>
        <p:spPr>
          <a:xfrm flipV="1">
            <a:off x="5433060" y="404921"/>
            <a:ext cx="868680" cy="8705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8C562C-F895-10F5-4946-75A5A142717E}"/>
                  </a:ext>
                </a:extLst>
              </p:cNvPr>
              <p:cNvSpPr txBox="1"/>
              <p:nvPr/>
            </p:nvSpPr>
            <p:spPr>
              <a:xfrm>
                <a:off x="6180632" y="173356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en-US" b="1" i="1" dirty="0">
                  <a:solidFill>
                    <a:schemeClr val="accent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8C562C-F895-10F5-4946-75A5A1427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632" y="173356"/>
                <a:ext cx="4203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F61010-A300-D13E-E08E-0BD22ACE4ED1}"/>
                  </a:ext>
                </a:extLst>
              </p:cNvPr>
              <p:cNvSpPr txBox="1"/>
              <p:nvPr/>
            </p:nvSpPr>
            <p:spPr>
              <a:xfrm>
                <a:off x="8646906" y="3036747"/>
                <a:ext cx="2449197" cy="102733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F61010-A300-D13E-E08E-0BD22ACE4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906" y="3036747"/>
                <a:ext cx="2449197" cy="1027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D14492-A1D5-CE5E-43D5-AD19894C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6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4" grpId="0"/>
      <p:bldP spid="42" grpId="0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8E95-48DB-BFC0-32D4-01275276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47260-C109-4F4A-1319-A3A4622E8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19" y="1285576"/>
            <a:ext cx="5953956" cy="4286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5CB3F8-4C55-2399-9331-1D21E1DB3103}"/>
                  </a:ext>
                </a:extLst>
              </p:cNvPr>
              <p:cNvSpPr txBox="1"/>
              <p:nvPr/>
            </p:nvSpPr>
            <p:spPr>
              <a:xfrm>
                <a:off x="7216878" y="2782669"/>
                <a:ext cx="34284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36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3600" dirty="0"/>
                  <a:t>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5CB3F8-4C55-2399-9331-1D21E1DB3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878" y="2782669"/>
                <a:ext cx="3428439" cy="646331"/>
              </a:xfrm>
              <a:prstGeom prst="rect">
                <a:avLst/>
              </a:prstGeom>
              <a:blipFill>
                <a:blip r:embed="rId3"/>
                <a:stretch>
                  <a:fillRect t="-14019" b="-33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17E68E-30C6-EDD5-DD49-5D9EA9D9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6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DC44-A02A-1956-F199-A197DD5D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Vector (B)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4FEC4-E7E4-F2D3-832D-AE80E172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954" y="1690688"/>
            <a:ext cx="4138091" cy="746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7E6AB0-6B77-70A0-CF64-608B8485F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425" y="2926737"/>
            <a:ext cx="619211" cy="714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3F9AD-D42C-42F4-8A29-700AD1D70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636" y="2929090"/>
            <a:ext cx="6401693" cy="15718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680CB-2FFD-CE32-122C-0CC022B58923}"/>
                  </a:ext>
                </a:extLst>
              </p:cNvPr>
              <p:cNvSpPr txBox="1"/>
              <p:nvPr/>
            </p:nvSpPr>
            <p:spPr>
              <a:xfrm>
                <a:off x="4249433" y="4517358"/>
                <a:ext cx="1243930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6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rel</a:t>
                </a:r>
                <a:endParaRPr lang="en-US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680CB-2FFD-CE32-122C-0CC022B58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433" y="4517358"/>
                <a:ext cx="1243930" cy="737189"/>
              </a:xfrm>
              <a:prstGeom prst="rect">
                <a:avLst/>
              </a:prstGeom>
              <a:blipFill>
                <a:blip r:embed="rId5"/>
                <a:stretch>
                  <a:fillRect r="-6863" b="-15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3C5ABCB1-6942-9BF5-4B1B-DB91594C1AF8}"/>
              </a:ext>
            </a:extLst>
          </p:cNvPr>
          <p:cNvSpPr/>
          <p:nvPr/>
        </p:nvSpPr>
        <p:spPr>
          <a:xfrm rot="5400000">
            <a:off x="4608313" y="3768697"/>
            <a:ext cx="135139" cy="1297858"/>
          </a:xfrm>
          <a:prstGeom prst="rightBrace">
            <a:avLst>
              <a:gd name="adj1" fmla="val 75023"/>
              <a:gd name="adj2" fmla="val 5378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F6DF60-8ED1-1D03-8843-2E12DD9A7E96}"/>
                  </a:ext>
                </a:extLst>
              </p:cNvPr>
              <p:cNvSpPr txBox="1"/>
              <p:nvPr/>
            </p:nvSpPr>
            <p:spPr>
              <a:xfrm>
                <a:off x="5801863" y="4604594"/>
                <a:ext cx="3433761" cy="562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F6DF60-8ED1-1D03-8843-2E12DD9A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863" y="4604594"/>
                <a:ext cx="3433761" cy="5627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4CB69A2E-1107-04D0-D743-69FB0DD55BDA}"/>
              </a:ext>
            </a:extLst>
          </p:cNvPr>
          <p:cNvSpPr/>
          <p:nvPr/>
        </p:nvSpPr>
        <p:spPr>
          <a:xfrm rot="5400000">
            <a:off x="7378334" y="3075710"/>
            <a:ext cx="198195" cy="2762865"/>
          </a:xfrm>
          <a:prstGeom prst="rightBrace">
            <a:avLst>
              <a:gd name="adj1" fmla="val 75023"/>
              <a:gd name="adj2" fmla="val 5378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0EF67F-47C2-EDA8-F638-983D1527A24F}"/>
                  </a:ext>
                </a:extLst>
              </p:cNvPr>
              <p:cNvSpPr txBox="1"/>
              <p:nvPr/>
            </p:nvSpPr>
            <p:spPr>
              <a:xfrm>
                <a:off x="6698639" y="5138156"/>
                <a:ext cx="1198598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800" b="1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0EF67F-47C2-EDA8-F638-983D1527A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639" y="5138156"/>
                <a:ext cx="1198598" cy="5132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E2D11F9A-8F49-CE8B-4E70-4B1D69D1D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0883" y="5721242"/>
            <a:ext cx="2934109" cy="7716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162911-6D74-8DBB-ECE4-351FBA8C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1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0FB3-F9D8-BB75-CC7C-C646E335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F59B6-8BDA-D3CA-566E-52A8FB95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412" y="1690688"/>
            <a:ext cx="3741175" cy="14464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EA323C-BD73-EF4E-657F-1FAAC107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44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44A1-D293-EADB-B315-E0F4DDC2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Frames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CDB58-E9E3-70AB-E441-D28AB9BFE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640" y="1481392"/>
            <a:ext cx="7039957" cy="51537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45221-ABFD-917D-E282-6B270C8D343E}"/>
                  </a:ext>
                </a:extLst>
              </p:cNvPr>
              <p:cNvSpPr txBox="1"/>
              <p:nvPr/>
            </p:nvSpPr>
            <p:spPr>
              <a:xfrm>
                <a:off x="793926" y="1476820"/>
                <a:ext cx="4366324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𝑃𝑜𝑠𝑖𝑡𝑖𝑜𝑛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45221-ABFD-917D-E282-6B270C8D3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26" y="1476820"/>
                <a:ext cx="4366324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1E2B0D-E3DA-8D97-1842-79C75C13A69F}"/>
                  </a:ext>
                </a:extLst>
              </p:cNvPr>
              <p:cNvSpPr txBox="1"/>
              <p:nvPr/>
            </p:nvSpPr>
            <p:spPr>
              <a:xfrm>
                <a:off x="793926" y="2271344"/>
                <a:ext cx="4904163" cy="800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𝑝𝑜𝑠𝑖𝑡𝑖𝑜𝑛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1E2B0D-E3DA-8D97-1842-79C75C13A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26" y="2271344"/>
                <a:ext cx="4904163" cy="800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ABFAEB-E5FD-9C80-A175-9CE1A3A8F6CE}"/>
                  </a:ext>
                </a:extLst>
              </p:cNvPr>
              <p:cNvSpPr txBox="1"/>
              <p:nvPr/>
            </p:nvSpPr>
            <p:spPr>
              <a:xfrm>
                <a:off x="793926" y="2962583"/>
                <a:ext cx="28368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ABFAEB-E5FD-9C80-A175-9CE1A3A8F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26" y="2962583"/>
                <a:ext cx="28368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D7031B-022D-CFC1-FA9D-93F1E6B24490}"/>
                  </a:ext>
                </a:extLst>
              </p:cNvPr>
              <p:cNvSpPr txBox="1"/>
              <p:nvPr/>
            </p:nvSpPr>
            <p:spPr>
              <a:xfrm>
                <a:off x="793926" y="3667332"/>
                <a:ext cx="4315220" cy="911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𝒓𝒆𝒍</m:t>
                          </m:r>
                        </m:sub>
                      </m:sSub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D7031B-022D-CFC1-FA9D-93F1E6B24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26" y="3667332"/>
                <a:ext cx="4315220" cy="9115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FF786D-9294-3DD4-580D-8740F254EE2C}"/>
                  </a:ext>
                </a:extLst>
              </p:cNvPr>
              <p:cNvSpPr txBox="1"/>
              <p:nvPr/>
            </p:nvSpPr>
            <p:spPr>
              <a:xfrm>
                <a:off x="793926" y="4602070"/>
                <a:ext cx="4727127" cy="911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𝒓𝒆𝒍</m:t>
                          </m:r>
                        </m:sub>
                      </m:sSub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  <m:t>𝒓𝒆𝒍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800" b="1" i="1" dirty="0" err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FF786D-9294-3DD4-580D-8740F254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26" y="4602070"/>
                <a:ext cx="4727127" cy="9115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4F1CB-B676-8DB5-50C7-C28449E1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2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6AB18-9796-7443-321D-1B8EC209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398" y="363003"/>
            <a:ext cx="5887821" cy="4310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6C9F68-196B-5DD0-2FB6-040ECF1FF685}"/>
                  </a:ext>
                </a:extLst>
              </p:cNvPr>
              <p:cNvSpPr txBox="1"/>
              <p:nvPr/>
            </p:nvSpPr>
            <p:spPr>
              <a:xfrm>
                <a:off x="1295371" y="612673"/>
                <a:ext cx="21039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6C9F68-196B-5DD0-2FB6-040ECF1F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71" y="612673"/>
                <a:ext cx="21039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13657-534A-BDB7-9FB4-B52814990334}"/>
                  </a:ext>
                </a:extLst>
              </p:cNvPr>
              <p:cNvSpPr txBox="1"/>
              <p:nvPr/>
            </p:nvSpPr>
            <p:spPr>
              <a:xfrm>
                <a:off x="1295371" y="1402263"/>
                <a:ext cx="3111814" cy="1464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         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13657-534A-BDB7-9FB4-B52814990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71" y="1402263"/>
                <a:ext cx="3111814" cy="1464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8CAD2E-7903-DBB1-D99F-D24F40DD0C6B}"/>
                  </a:ext>
                </a:extLst>
              </p:cNvPr>
              <p:cNvSpPr txBox="1"/>
              <p:nvPr/>
            </p:nvSpPr>
            <p:spPr>
              <a:xfrm>
                <a:off x="1295371" y="2500265"/>
                <a:ext cx="2958054" cy="1464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          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8CAD2E-7903-DBB1-D99F-D24F40DD0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71" y="2500265"/>
                <a:ext cx="2958054" cy="1464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7A95FF-A380-BE26-E0CF-0633712C7FD0}"/>
                  </a:ext>
                </a:extLst>
              </p:cNvPr>
              <p:cNvSpPr txBox="1"/>
              <p:nvPr/>
            </p:nvSpPr>
            <p:spPr>
              <a:xfrm>
                <a:off x="1205837" y="5057951"/>
                <a:ext cx="4077463" cy="11873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800" dirty="0"/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          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7A95FF-A380-BE26-E0CF-0633712C7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37" y="5057951"/>
                <a:ext cx="4077463" cy="11873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7EBCCB-F001-C406-9586-572AAB9D6C11}"/>
                  </a:ext>
                </a:extLst>
              </p:cNvPr>
              <p:cNvSpPr txBox="1"/>
              <p:nvPr/>
            </p:nvSpPr>
            <p:spPr>
              <a:xfrm>
                <a:off x="196569" y="3642024"/>
                <a:ext cx="6096000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US" sz="3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7EBCCB-F001-C406-9586-572AAB9D6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9" y="3642024"/>
                <a:ext cx="6096000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8FA767-2C3D-08E9-27D7-087F622F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2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76CEF-BF6A-447E-7EF3-040A0E374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839" y="397461"/>
            <a:ext cx="4185038" cy="306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3193B1-8979-7495-CBF8-8C89A5F84D2F}"/>
                  </a:ext>
                </a:extLst>
              </p:cNvPr>
              <p:cNvSpPr txBox="1"/>
              <p:nvPr/>
            </p:nvSpPr>
            <p:spPr>
              <a:xfrm>
                <a:off x="969863" y="397461"/>
                <a:ext cx="4077463" cy="11873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800" dirty="0"/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         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3193B1-8979-7495-CBF8-8C89A5F84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3" y="397461"/>
                <a:ext cx="4077463" cy="1187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8F27C-CA59-BD99-BAE7-E2E8AB50B64D}"/>
                  </a:ext>
                </a:extLst>
              </p:cNvPr>
              <p:cNvSpPr txBox="1"/>
              <p:nvPr/>
            </p:nvSpPr>
            <p:spPr>
              <a:xfrm>
                <a:off x="969863" y="1717986"/>
                <a:ext cx="4110292" cy="76418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black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8F27C-CA59-BD99-BAE7-E2E8AB50B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3" y="1717986"/>
                <a:ext cx="4110292" cy="764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39CF-4C44-B34B-35B9-F41F20B31F6A}"/>
                  </a:ext>
                </a:extLst>
              </p:cNvPr>
              <p:cNvSpPr txBox="1"/>
              <p:nvPr/>
            </p:nvSpPr>
            <p:spPr>
              <a:xfrm>
                <a:off x="969863" y="2535866"/>
                <a:ext cx="8913277" cy="76418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black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black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39CF-4C44-B34B-35B9-F41F20B31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3" y="2535866"/>
                <a:ext cx="8913277" cy="7641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A63053-74C0-2B7F-99E9-5DD016BEADF1}"/>
                  </a:ext>
                </a:extLst>
              </p:cNvPr>
              <p:cNvSpPr txBox="1"/>
              <p:nvPr/>
            </p:nvSpPr>
            <p:spPr>
              <a:xfrm>
                <a:off x="969863" y="3387123"/>
                <a:ext cx="5749138" cy="76418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𝒓𝒆𝒍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black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A63053-74C0-2B7F-99E9-5DD016BEA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3" y="3387123"/>
                <a:ext cx="5749138" cy="7641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47EB4A-8017-9927-BA8A-FB22FF9CBC44}"/>
                  </a:ext>
                </a:extLst>
              </p:cNvPr>
              <p:cNvSpPr txBox="1"/>
              <p:nvPr/>
            </p:nvSpPr>
            <p:spPr>
              <a:xfrm>
                <a:off x="969862" y="4981525"/>
                <a:ext cx="7825925" cy="76418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𝒓𝒆𝒍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sz="36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rel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47EB4A-8017-9927-BA8A-FB22FF9CB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2" y="4981525"/>
                <a:ext cx="7825925" cy="7641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BE2C35-E67B-CA47-7EE1-596C92B779B2}"/>
                  </a:ext>
                </a:extLst>
              </p:cNvPr>
              <p:cNvSpPr txBox="1"/>
              <p:nvPr/>
            </p:nvSpPr>
            <p:spPr>
              <a:xfrm>
                <a:off x="969863" y="4085980"/>
                <a:ext cx="6096000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US" sz="3600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BE2C35-E67B-CA47-7EE1-596C92B77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3" y="4085980"/>
                <a:ext cx="6096000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B2BEE0-CEF3-B16F-5730-7B620D6F3A84}"/>
                  </a:ext>
                </a:extLst>
              </p:cNvPr>
              <p:cNvSpPr txBox="1"/>
              <p:nvPr/>
            </p:nvSpPr>
            <p:spPr>
              <a:xfrm>
                <a:off x="1699583" y="5878490"/>
                <a:ext cx="8122160" cy="76418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𝒓𝒆𝒍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B2BEE0-CEF3-B16F-5730-7B620D6F3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583" y="5878490"/>
                <a:ext cx="8122160" cy="7641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DC43CB-22D0-BF81-661C-BD29CEAE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2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7A3A-3152-A0AE-63BC-71DAA032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E5D92-3EB1-594D-CB91-589B9E80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0592"/>
            <a:ext cx="10259857" cy="19338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20214B-BE68-DB3C-5B6B-403043BE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549" y="2895135"/>
            <a:ext cx="4365379" cy="33788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33C44-C81F-5744-1CBB-A621C3D9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80A7-0920-B423-6C52-6231A502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408C3-455D-8D5B-A286-354BF7B2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83" y="1800002"/>
            <a:ext cx="3782801" cy="46724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503273-7C65-D0B9-89C7-3D6BFBC8F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246" y="1209370"/>
            <a:ext cx="4982270" cy="590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BFEC3-2F94-FE57-BA06-396BA8214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246" y="1976286"/>
            <a:ext cx="7186841" cy="3509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820243-7CAC-5C58-9BFE-C84F53B15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246" y="5755377"/>
            <a:ext cx="6829557" cy="8106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E2501A-3C01-AF0F-8868-FC35C9DB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9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63D1-C8DE-FC4D-8DDB-C82D18DE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17760-6040-D28B-91B9-54176C2EE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709233"/>
            <a:ext cx="10202699" cy="54395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88F4B-F0DE-0282-3D4F-B4BE0D14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60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5AEA-C298-94DB-EB7C-A42C2F63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AAEB0-CD64-1C6B-4528-2AE561966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294837"/>
            <a:ext cx="9354856" cy="62683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95428A-116F-3452-F9E4-0C857921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E57B-12BB-3F68-95DE-5183676B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065B-D2D6-5E56-FB67-569747BE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Generalizations of kinematic expressions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90A70-CBB3-65AD-0A60-5CA44DAA6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19355-8A76-64BF-889F-F9D5BA8F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78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64D9-8AFB-8468-B117-A2DDBF8D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87EDE-A369-FC1F-8BC8-625061E83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82" y="245718"/>
            <a:ext cx="10515599" cy="6202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9DACEA-477D-9BCA-8447-0D04BAA0BBFF}"/>
                  </a:ext>
                </a:extLst>
              </p:cNvPr>
              <p:cNvSpPr txBox="1"/>
              <p:nvPr/>
            </p:nvSpPr>
            <p:spPr>
              <a:xfrm>
                <a:off x="2005781" y="5640443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9DACEA-477D-9BCA-8447-0D04BAA0B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781" y="5640443"/>
                <a:ext cx="151195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F76A5-43F9-D4A7-1746-FD9EBE843118}"/>
                  </a:ext>
                </a:extLst>
              </p:cNvPr>
              <p:cNvSpPr txBox="1"/>
              <p:nvPr/>
            </p:nvSpPr>
            <p:spPr>
              <a:xfrm>
                <a:off x="5673214" y="4481503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F76A5-43F9-D4A7-1746-FD9EBE843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214" y="4481503"/>
                <a:ext cx="151195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6AD141-2EAF-CB45-0E8E-544A10434C06}"/>
                  </a:ext>
                </a:extLst>
              </p:cNvPr>
              <p:cNvSpPr txBox="1"/>
              <p:nvPr/>
            </p:nvSpPr>
            <p:spPr>
              <a:xfrm>
                <a:off x="8384700" y="2482088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6AD141-2EAF-CB45-0E8E-544A10434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700" y="2482088"/>
                <a:ext cx="15119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1419E1-E744-9B17-98DB-68687B5B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7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FAE657-AA5E-67D4-82E0-CDF0A7BF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711"/>
          <a:stretch>
            <a:fillRect/>
          </a:stretch>
        </p:blipFill>
        <p:spPr>
          <a:xfrm>
            <a:off x="630082" y="2005779"/>
            <a:ext cx="5339047" cy="4128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83885-07C6-76AF-3619-D76664EE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91EDA6-A6F0-55CF-ABC0-7494BE4B64B8}"/>
                  </a:ext>
                </a:extLst>
              </p:cNvPr>
              <p:cNvSpPr txBox="1"/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angular motions of o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y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are defined </a:t>
                </a:r>
                <a:r>
                  <a:rPr 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w.r.t.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frame OXYZ.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91EDA6-A6F0-55CF-ABC0-7494BE4B6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blipFill>
                <a:blip r:embed="rId3"/>
                <a:stretch>
                  <a:fillRect l="-9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0C21880-E13F-C7AB-79A0-D9593CD2109F}"/>
              </a:ext>
            </a:extLst>
          </p:cNvPr>
          <p:cNvSpPr/>
          <p:nvPr/>
        </p:nvSpPr>
        <p:spPr>
          <a:xfrm>
            <a:off x="5437239" y="2064774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705E3D-8C32-4178-16B6-8068C71EFD0A}"/>
              </a:ext>
            </a:extLst>
          </p:cNvPr>
          <p:cNvSpPr/>
          <p:nvPr/>
        </p:nvSpPr>
        <p:spPr>
          <a:xfrm>
            <a:off x="5373803" y="391323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19103-B759-2670-288D-8DF3E49F2FC1}"/>
              </a:ext>
            </a:extLst>
          </p:cNvPr>
          <p:cNvSpPr/>
          <p:nvPr/>
        </p:nvSpPr>
        <p:spPr>
          <a:xfrm rot="2254792">
            <a:off x="5447071" y="342245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09BC9-375F-0C65-6026-5262ACA92163}"/>
                  </a:ext>
                </a:extLst>
              </p:cNvPr>
              <p:cNvSpPr txBox="1"/>
              <p:nvPr/>
            </p:nvSpPr>
            <p:spPr>
              <a:xfrm>
                <a:off x="1671485" y="5670866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09BC9-375F-0C65-6026-5262ACA92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85" y="5670866"/>
                <a:ext cx="151195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A8174C-AA9E-D06E-309A-273DA32F3F8D}"/>
                  </a:ext>
                </a:extLst>
              </p:cNvPr>
              <p:cNvSpPr txBox="1"/>
              <p:nvPr/>
            </p:nvSpPr>
            <p:spPr>
              <a:xfrm>
                <a:off x="4090220" y="4852445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A8174C-AA9E-D06E-309A-273DA32F3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220" y="4852445"/>
                <a:ext cx="15119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F09930-8F85-AE13-A254-8D476D0733BF}"/>
                  </a:ext>
                </a:extLst>
              </p:cNvPr>
              <p:cNvSpPr txBox="1"/>
              <p:nvPr/>
            </p:nvSpPr>
            <p:spPr>
              <a:xfrm>
                <a:off x="5776451" y="2860788"/>
                <a:ext cx="580608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F09930-8F85-AE13-A254-8D476D073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451" y="2860788"/>
                <a:ext cx="580608" cy="453137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CC7A9A-7849-8D33-8362-D258013DE1E1}"/>
              </a:ext>
            </a:extLst>
          </p:cNvPr>
          <p:cNvSpPr txBox="1"/>
          <p:nvPr/>
        </p:nvSpPr>
        <p:spPr>
          <a:xfrm>
            <a:off x="838200" y="1798845"/>
            <a:ext cx="119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Step 01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0F50EC-9C2D-F764-68D4-C52A37A8E78A}"/>
              </a:ext>
            </a:extLst>
          </p:cNvPr>
          <p:cNvSpPr txBox="1"/>
          <p:nvPr/>
        </p:nvSpPr>
        <p:spPr>
          <a:xfrm>
            <a:off x="838200" y="2113936"/>
            <a:ext cx="7087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Neglect the Frame 2, o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and keep o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as a point. 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9CE23A-47C6-0DB2-72FF-17020E30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0C70-06CD-CECE-41F2-71931660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1F2D5B-E69F-DBC0-895D-45CCBE35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711"/>
          <a:stretch>
            <a:fillRect/>
          </a:stretch>
        </p:blipFill>
        <p:spPr>
          <a:xfrm>
            <a:off x="630082" y="2005779"/>
            <a:ext cx="5339047" cy="4128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C06C35-F51D-E1D6-6A1E-B6B709B3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2D51DD-C230-3266-128F-DB79CA90CE63}"/>
                  </a:ext>
                </a:extLst>
              </p:cNvPr>
              <p:cNvSpPr txBox="1"/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angular motions of o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y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are defined </a:t>
                </a:r>
                <a:r>
                  <a:rPr 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w.r.t.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frame OXYZ.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2D51DD-C230-3266-128F-DB79CA90C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blipFill>
                <a:blip r:embed="rId3"/>
                <a:stretch>
                  <a:fillRect l="-9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7466993-C4B3-5FA2-43F5-DD699CD5C656}"/>
              </a:ext>
            </a:extLst>
          </p:cNvPr>
          <p:cNvSpPr/>
          <p:nvPr/>
        </p:nvSpPr>
        <p:spPr>
          <a:xfrm>
            <a:off x="5437239" y="2064774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16C9B-4093-3BEB-18DB-FD47CEC9A43A}"/>
              </a:ext>
            </a:extLst>
          </p:cNvPr>
          <p:cNvSpPr/>
          <p:nvPr/>
        </p:nvSpPr>
        <p:spPr>
          <a:xfrm>
            <a:off x="5373803" y="391323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43FF68-8837-7CB8-0164-454D5B9F2D18}"/>
              </a:ext>
            </a:extLst>
          </p:cNvPr>
          <p:cNvSpPr/>
          <p:nvPr/>
        </p:nvSpPr>
        <p:spPr>
          <a:xfrm rot="2254792">
            <a:off x="5447071" y="342245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4CF569-CFFF-62DE-F6A6-E36AFFFED060}"/>
                  </a:ext>
                </a:extLst>
              </p:cNvPr>
              <p:cNvSpPr txBox="1"/>
              <p:nvPr/>
            </p:nvSpPr>
            <p:spPr>
              <a:xfrm>
                <a:off x="1671485" y="5670866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4CF569-CFFF-62DE-F6A6-E36AFFFED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85" y="5670866"/>
                <a:ext cx="151195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92FDF5-5B8B-39F7-C39E-1B0E4E6F9C8B}"/>
                  </a:ext>
                </a:extLst>
              </p:cNvPr>
              <p:cNvSpPr txBox="1"/>
              <p:nvPr/>
            </p:nvSpPr>
            <p:spPr>
              <a:xfrm>
                <a:off x="4090220" y="4852445"/>
                <a:ext cx="15119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𝑭𝒓𝒂𝒎𝒆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92FDF5-5B8B-39F7-C39E-1B0E4E6F9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220" y="4852445"/>
                <a:ext cx="15119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F1B4F4-6746-294D-67AA-2A0C65FBA73E}"/>
                  </a:ext>
                </a:extLst>
              </p:cNvPr>
              <p:cNvSpPr txBox="1"/>
              <p:nvPr/>
            </p:nvSpPr>
            <p:spPr>
              <a:xfrm>
                <a:off x="5776451" y="2860788"/>
                <a:ext cx="580608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F1B4F4-6746-294D-67AA-2A0C65FBA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451" y="2860788"/>
                <a:ext cx="580608" cy="453137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70114CD-7359-C9B1-CC71-0C1020EF72D3}"/>
              </a:ext>
            </a:extLst>
          </p:cNvPr>
          <p:cNvSpPr txBox="1"/>
          <p:nvPr/>
        </p:nvSpPr>
        <p:spPr>
          <a:xfrm>
            <a:off x="838200" y="1798845"/>
            <a:ext cx="119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Step 02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DD12C-2AB9-1F0F-3BC9-8889FC152EF2}"/>
              </a:ext>
            </a:extLst>
          </p:cNvPr>
          <p:cNvSpPr txBox="1"/>
          <p:nvPr/>
        </p:nvSpPr>
        <p:spPr>
          <a:xfrm>
            <a:off x="838200" y="2113936"/>
            <a:ext cx="9297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Write the velocity and acceleration equations for O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 point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w.r.t.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 Frame 0.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B36A1E-E720-881E-7FCF-833A4418E993}"/>
                  </a:ext>
                </a:extLst>
              </p:cNvPr>
              <p:cNvSpPr txBox="1"/>
              <p:nvPr/>
            </p:nvSpPr>
            <p:spPr>
              <a:xfrm>
                <a:off x="6960749" y="2909114"/>
                <a:ext cx="3536930" cy="1039772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       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B36A1E-E720-881E-7FCF-833A4418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749" y="2909114"/>
                <a:ext cx="3536930" cy="1039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0E3A59-8C24-2C3D-7546-D088DD85A2A7}"/>
                  </a:ext>
                </a:extLst>
              </p:cNvPr>
              <p:cNvSpPr txBox="1"/>
              <p:nvPr/>
            </p:nvSpPr>
            <p:spPr>
              <a:xfrm>
                <a:off x="5844859" y="3935699"/>
                <a:ext cx="5850319" cy="57246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𝒓𝒆𝒍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2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0E3A59-8C24-2C3D-7546-D088DD85A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859" y="3935699"/>
                <a:ext cx="5850319" cy="5724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F3C549B-50F4-94EB-BD0F-A9A38409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3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CCAC0B-2AF0-B2CD-DBB3-BC405F8B32B4}"/>
                  </a:ext>
                </a:extLst>
              </p:cNvPr>
              <p:cNvSpPr txBox="1"/>
              <p:nvPr/>
            </p:nvSpPr>
            <p:spPr>
              <a:xfrm>
                <a:off x="1006764" y="1596251"/>
                <a:ext cx="1723164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=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CCAC0B-2AF0-B2CD-DBB3-BC405F8B3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64" y="1596251"/>
                <a:ext cx="1723164" cy="1815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DB0F78-478D-E20F-631B-8F2600924CFC}"/>
                  </a:ext>
                </a:extLst>
              </p:cNvPr>
              <p:cNvSpPr txBox="1"/>
              <p:nvPr/>
            </p:nvSpPr>
            <p:spPr>
              <a:xfrm>
                <a:off x="2005998" y="1574025"/>
                <a:ext cx="6096000" cy="1341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den>
                      </m:f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acc>
                        <m:accPr>
                          <m:chr m:val="̇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DB0F78-478D-E20F-631B-8F2600924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998" y="1574025"/>
                <a:ext cx="6096000" cy="13412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EB0EEA-3522-D603-3429-558BE5AA6202}"/>
                  </a:ext>
                </a:extLst>
              </p:cNvPr>
              <p:cNvSpPr txBox="1"/>
              <p:nvPr/>
            </p:nvSpPr>
            <p:spPr>
              <a:xfrm>
                <a:off x="1937172" y="2576915"/>
                <a:ext cx="60960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𝑟𝑒𝑙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EB0EEA-3522-D603-3429-558BE5AA6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172" y="2576915"/>
                <a:ext cx="609600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5BB44-C779-8317-9E8B-0E6F5B2B585F}"/>
                  </a:ext>
                </a:extLst>
              </p:cNvPr>
              <p:cNvSpPr txBox="1"/>
              <p:nvPr/>
            </p:nvSpPr>
            <p:spPr>
              <a:xfrm>
                <a:off x="6695983" y="1525037"/>
                <a:ext cx="6096000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5BB44-C779-8317-9E8B-0E6F5B2B5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983" y="1525037"/>
                <a:ext cx="6096000" cy="95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FB24FC-1B51-FA88-F0F1-F9D27973C534}"/>
                  </a:ext>
                </a:extLst>
              </p:cNvPr>
              <p:cNvSpPr txBox="1"/>
              <p:nvPr/>
            </p:nvSpPr>
            <p:spPr>
              <a:xfrm>
                <a:off x="4454230" y="2576915"/>
                <a:ext cx="60960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𝑟𝑒𝑙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FB24FC-1B51-FA88-F0F1-F9D27973C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230" y="2576915"/>
                <a:ext cx="6096000" cy="9541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FE2F6D-97C5-6C80-4AF4-C83BB7B77B9C}"/>
                  </a:ext>
                </a:extLst>
              </p:cNvPr>
              <p:cNvSpPr txBox="1"/>
              <p:nvPr/>
            </p:nvSpPr>
            <p:spPr>
              <a:xfrm>
                <a:off x="9743983" y="2220356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FE2F6D-97C5-6C80-4AF4-C83BB7B77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3983" y="2220356"/>
                <a:ext cx="6096000" cy="523220"/>
              </a:xfrm>
              <a:prstGeom prst="rect">
                <a:avLst/>
              </a:prstGeom>
              <a:blipFill>
                <a:blip r:embed="rId7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406118-3322-17AA-5269-D8F2020D763C}"/>
                  </a:ext>
                </a:extLst>
              </p:cNvPr>
              <p:cNvSpPr txBox="1"/>
              <p:nvPr/>
            </p:nvSpPr>
            <p:spPr>
              <a:xfrm>
                <a:off x="1243237" y="3863707"/>
                <a:ext cx="3536930" cy="1039772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           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406118-3322-17AA-5269-D8F2020D7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237" y="3863707"/>
                <a:ext cx="3536930" cy="10397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AE0759-84D3-561C-DF15-E49EAE624F85}"/>
                  </a:ext>
                </a:extLst>
              </p:cNvPr>
              <p:cNvSpPr txBox="1"/>
              <p:nvPr/>
            </p:nvSpPr>
            <p:spPr>
              <a:xfrm>
                <a:off x="1243237" y="4857393"/>
                <a:ext cx="3459730" cy="754181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           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AE0759-84D3-561C-DF15-E49EAE624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237" y="4857393"/>
                <a:ext cx="3459730" cy="7541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853628-DA15-81E9-5C8B-E653E25857F8}"/>
                  </a:ext>
                </a:extLst>
              </p:cNvPr>
              <p:cNvSpPr txBox="1"/>
              <p:nvPr/>
            </p:nvSpPr>
            <p:spPr>
              <a:xfrm>
                <a:off x="5744375" y="3918180"/>
                <a:ext cx="6278642" cy="6683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𝒓𝒆𝒍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853628-DA15-81E9-5C8B-E653E2585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75" y="3918180"/>
                <a:ext cx="6278642" cy="6683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7F2CA7-0208-BB67-7B26-F49C6BFF0EA4}"/>
                  </a:ext>
                </a:extLst>
              </p:cNvPr>
              <p:cNvSpPr txBox="1"/>
              <p:nvPr/>
            </p:nvSpPr>
            <p:spPr>
              <a:xfrm>
                <a:off x="5744375" y="4857393"/>
                <a:ext cx="6244017" cy="5008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7F2CA7-0208-BB67-7B26-F49C6BFF0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75" y="4857393"/>
                <a:ext cx="6244017" cy="5008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F11336-A9BD-FB4C-ADE2-511F4BE0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6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F8855-717D-D978-3E0E-06F6B9D9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A3BB-3FED-3C89-7F74-18E55405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0F5DB6-725B-4D85-7589-B6FE5C58AD46}"/>
                  </a:ext>
                </a:extLst>
              </p:cNvPr>
              <p:cNvSpPr txBox="1"/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angular motions of o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y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are defined </a:t>
                </a:r>
                <a:r>
                  <a:rPr 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w.r.t.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frame OXYZ.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0F5DB6-725B-4D85-7589-B6FE5C58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blipFill>
                <a:blip r:embed="rId2"/>
                <a:stretch>
                  <a:fillRect l="-9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19DB0C0-6133-756A-FE23-B37986FEB787}"/>
              </a:ext>
            </a:extLst>
          </p:cNvPr>
          <p:cNvSpPr/>
          <p:nvPr/>
        </p:nvSpPr>
        <p:spPr>
          <a:xfrm>
            <a:off x="5437239" y="2064774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BBED7-BBA2-563C-9D51-842558C71054}"/>
              </a:ext>
            </a:extLst>
          </p:cNvPr>
          <p:cNvSpPr/>
          <p:nvPr/>
        </p:nvSpPr>
        <p:spPr>
          <a:xfrm>
            <a:off x="5373803" y="391323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9CB5A-5792-F72D-DB17-8BE52CDFE331}"/>
              </a:ext>
            </a:extLst>
          </p:cNvPr>
          <p:cNvSpPr/>
          <p:nvPr/>
        </p:nvSpPr>
        <p:spPr>
          <a:xfrm rot="2254792">
            <a:off x="5447071" y="342245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9824DF-767F-8D46-08A2-D2D90FC05FA4}"/>
              </a:ext>
            </a:extLst>
          </p:cNvPr>
          <p:cNvSpPr txBox="1"/>
          <p:nvPr/>
        </p:nvSpPr>
        <p:spPr>
          <a:xfrm>
            <a:off x="838200" y="1798845"/>
            <a:ext cx="119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13129E-3D30-D217-DDD0-69FD0D7FA88A}"/>
              </a:ext>
            </a:extLst>
          </p:cNvPr>
          <p:cNvSpPr txBox="1"/>
          <p:nvPr/>
        </p:nvSpPr>
        <p:spPr>
          <a:xfrm>
            <a:off x="838200" y="2113936"/>
            <a:ext cx="9720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Restore Frame 2 and neglect the Frame 1, o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 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and keep o</a:t>
            </a:r>
            <a:r>
              <a:rPr 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as a point. 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FCA327-DFFE-AA16-052E-5C9DEE981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2" y="2940188"/>
            <a:ext cx="5947699" cy="3508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09B010E-E635-02BA-5E91-E2AA88612D49}"/>
                  </a:ext>
                </a:extLst>
              </p14:cNvPr>
              <p14:cNvContentPartPr/>
              <p14:nvPr/>
            </p14:nvContentPartPr>
            <p14:xfrm>
              <a:off x="3152857" y="4314468"/>
              <a:ext cx="436320" cy="91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09B010E-E635-02BA-5E91-E2AA88612D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0217" y="4251828"/>
                <a:ext cx="561960" cy="10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B6D793-4B5D-1F21-43A3-215DEE542017}"/>
                  </a:ext>
                </a:extLst>
              </p14:cNvPr>
              <p14:cNvContentPartPr/>
              <p14:nvPr/>
            </p14:nvContentPartPr>
            <p14:xfrm>
              <a:off x="3470377" y="3921708"/>
              <a:ext cx="207000" cy="1289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1B6D793-4B5D-1F21-43A3-215DEE5420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7737" y="3859068"/>
                <a:ext cx="332640" cy="14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F0AB88-C775-D00E-2098-B9AFCE16CE3F}"/>
                  </a:ext>
                </a:extLst>
              </p14:cNvPr>
              <p14:cNvContentPartPr/>
              <p14:nvPr/>
            </p14:nvContentPartPr>
            <p14:xfrm>
              <a:off x="3559297" y="4020708"/>
              <a:ext cx="561600" cy="1053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F0AB88-C775-D00E-2098-B9AFCE16CE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96297" y="3957708"/>
                <a:ext cx="687240" cy="11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F5056A46-1AE0-5A08-240E-09CCA2623423}"/>
              </a:ext>
            </a:extLst>
          </p:cNvPr>
          <p:cNvGrpSpPr/>
          <p:nvPr/>
        </p:nvGrpSpPr>
        <p:grpSpPr>
          <a:xfrm>
            <a:off x="3677017" y="4326348"/>
            <a:ext cx="452520" cy="147960"/>
            <a:chOff x="3677017" y="4326348"/>
            <a:chExt cx="4525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CDD092-9123-2637-9750-D8CD894F51E8}"/>
                    </a:ext>
                  </a:extLst>
                </p14:cNvPr>
                <p14:cNvContentPartPr/>
                <p14:nvPr/>
              </p14:nvContentPartPr>
              <p14:xfrm>
                <a:off x="3677017" y="4374228"/>
                <a:ext cx="452520" cy="100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CDD092-9123-2637-9750-D8CD894F51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14377" y="4311228"/>
                  <a:ext cx="578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5FE9F7-9954-F251-432D-9F1BEBBA3E37}"/>
                    </a:ext>
                  </a:extLst>
                </p14:cNvPr>
                <p14:cNvContentPartPr/>
                <p14:nvPr/>
              </p14:nvContentPartPr>
              <p14:xfrm>
                <a:off x="3775297" y="4326348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5FE9F7-9954-F251-432D-9F1BEBBA3E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2297" y="42633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66A0D4D-62F9-8FD5-40C2-D9EA38D227B4}"/>
                  </a:ext>
                </a:extLst>
              </p14:cNvPr>
              <p14:cNvContentPartPr/>
              <p14:nvPr/>
            </p14:nvContentPartPr>
            <p14:xfrm>
              <a:off x="3559297" y="5348388"/>
              <a:ext cx="616320" cy="40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66A0D4D-62F9-8FD5-40C2-D9EA38D227B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96297" y="5285388"/>
                <a:ext cx="74196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CA044E2-4090-C48D-06C4-8C38E698FC53}"/>
              </a:ext>
            </a:extLst>
          </p:cNvPr>
          <p:cNvGrpSpPr/>
          <p:nvPr/>
        </p:nvGrpSpPr>
        <p:grpSpPr>
          <a:xfrm>
            <a:off x="3726337" y="5218788"/>
            <a:ext cx="938520" cy="120240"/>
            <a:chOff x="3726337" y="5218788"/>
            <a:chExt cx="93852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244512-3527-5600-6907-F33B4C44982C}"/>
                    </a:ext>
                  </a:extLst>
                </p14:cNvPr>
                <p14:cNvContentPartPr/>
                <p14:nvPr/>
              </p14:nvContentPartPr>
              <p14:xfrm>
                <a:off x="3726337" y="5218788"/>
                <a:ext cx="938520" cy="120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244512-3527-5600-6907-F33B4C4498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63697" y="5156148"/>
                  <a:ext cx="1064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822AA5-3753-382A-410B-CA84C262B8D5}"/>
                    </a:ext>
                  </a:extLst>
                </p14:cNvPr>
                <p14:cNvContentPartPr/>
                <p14:nvPr/>
              </p14:nvContentPartPr>
              <p14:xfrm>
                <a:off x="4208017" y="5309148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822AA5-3753-382A-410B-CA84C262B8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45377" y="5246508"/>
                  <a:ext cx="24984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251A212-299A-3C97-7BC7-944436892136}"/>
                  </a:ext>
                </a:extLst>
              </p14:cNvPr>
              <p14:cNvContentPartPr/>
              <p14:nvPr/>
            </p14:nvContentPartPr>
            <p14:xfrm>
              <a:off x="3549217" y="5485908"/>
              <a:ext cx="400320" cy="856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251A212-299A-3C97-7BC7-9444368921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86577" y="5423268"/>
                <a:ext cx="525960" cy="9817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449A4-A096-3857-E51B-F426DBA33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3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2F8E-C92E-6E48-B306-50A34190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4A7B-6A09-2CF4-402E-6627278E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710CF8-11BA-34CB-D610-7DFD1BAD9649}"/>
                  </a:ext>
                </a:extLst>
              </p:cNvPr>
              <p:cNvSpPr txBox="1"/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angular motions of o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y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sz="2400" i="1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sz="2400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are defined </a:t>
                </a:r>
                <a:r>
                  <a:rPr 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w.r.t.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frame OXYZ.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710CF8-11BA-34CB-D610-7DFD1BAD9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7858"/>
                <a:ext cx="10013319" cy="461665"/>
              </a:xfrm>
              <a:prstGeom prst="rect">
                <a:avLst/>
              </a:prstGeom>
              <a:blipFill>
                <a:blip r:embed="rId2"/>
                <a:stretch>
                  <a:fillRect l="-9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31CCC76-A543-6439-3AC1-80F7C8C6F931}"/>
              </a:ext>
            </a:extLst>
          </p:cNvPr>
          <p:cNvSpPr/>
          <p:nvPr/>
        </p:nvSpPr>
        <p:spPr>
          <a:xfrm>
            <a:off x="5437239" y="2064774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412E8-93AE-A46A-6BF3-A9429A5D8C4D}"/>
              </a:ext>
            </a:extLst>
          </p:cNvPr>
          <p:cNvSpPr/>
          <p:nvPr/>
        </p:nvSpPr>
        <p:spPr>
          <a:xfrm>
            <a:off x="5373803" y="391323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6C0A3-BBD7-1DBC-CE00-CE2FB1AA0407}"/>
              </a:ext>
            </a:extLst>
          </p:cNvPr>
          <p:cNvSpPr/>
          <p:nvPr/>
        </p:nvSpPr>
        <p:spPr>
          <a:xfrm rot="2254792">
            <a:off x="5447071" y="3422459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286EC-B388-E53B-784D-383DD3F84F1C}"/>
              </a:ext>
            </a:extLst>
          </p:cNvPr>
          <p:cNvSpPr txBox="1"/>
          <p:nvPr/>
        </p:nvSpPr>
        <p:spPr>
          <a:xfrm>
            <a:off x="838200" y="1798845"/>
            <a:ext cx="119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Step 04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A408A-F82D-33ED-D2F8-B26BDE487854}"/>
              </a:ext>
            </a:extLst>
          </p:cNvPr>
          <p:cNvSpPr txBox="1"/>
          <p:nvPr/>
        </p:nvSpPr>
        <p:spPr>
          <a:xfrm>
            <a:off x="838200" y="2113936"/>
            <a:ext cx="8852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As the step 02, apply velocity and acceleration equations for point P.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D3F4DF-EABD-78AC-5ABC-2CCD1E61C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2" y="2940188"/>
            <a:ext cx="5947699" cy="3508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39883CC-833C-73C2-0859-3FE49F944D50}"/>
                  </a:ext>
                </a:extLst>
              </p14:cNvPr>
              <p14:cNvContentPartPr/>
              <p14:nvPr/>
            </p14:nvContentPartPr>
            <p14:xfrm>
              <a:off x="3152857" y="4314468"/>
              <a:ext cx="436320" cy="91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39883CC-833C-73C2-0859-3FE49F944D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9857" y="4251468"/>
                <a:ext cx="561960" cy="10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82A9700-E71B-DA08-6D64-CF2AB45BE8DD}"/>
                  </a:ext>
                </a:extLst>
              </p14:cNvPr>
              <p14:cNvContentPartPr/>
              <p14:nvPr/>
            </p14:nvContentPartPr>
            <p14:xfrm>
              <a:off x="3470377" y="3921708"/>
              <a:ext cx="207000" cy="1289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82A9700-E71B-DA08-6D64-CF2AB45BE8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7377" y="3858708"/>
                <a:ext cx="332640" cy="14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48A2C2E-AD7C-7F4E-F01C-A279A988A619}"/>
                  </a:ext>
                </a:extLst>
              </p14:cNvPr>
              <p14:cNvContentPartPr/>
              <p14:nvPr/>
            </p14:nvContentPartPr>
            <p14:xfrm>
              <a:off x="3559297" y="4020708"/>
              <a:ext cx="561600" cy="1053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48A2C2E-AD7C-7F4E-F01C-A279A988A6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96337" y="3957708"/>
                <a:ext cx="687160" cy="11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65D5C55-F73A-83F1-1E53-B105F7A4290B}"/>
              </a:ext>
            </a:extLst>
          </p:cNvPr>
          <p:cNvGrpSpPr/>
          <p:nvPr/>
        </p:nvGrpSpPr>
        <p:grpSpPr>
          <a:xfrm>
            <a:off x="3677017" y="4326348"/>
            <a:ext cx="452520" cy="147960"/>
            <a:chOff x="3677017" y="4326348"/>
            <a:chExt cx="4525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E2A255-8580-6A46-A546-BFE2EAD4BD83}"/>
                    </a:ext>
                  </a:extLst>
                </p14:cNvPr>
                <p14:cNvContentPartPr/>
                <p14:nvPr/>
              </p14:nvContentPartPr>
              <p14:xfrm>
                <a:off x="3677017" y="4374228"/>
                <a:ext cx="452520" cy="100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E2A255-8580-6A46-A546-BFE2EAD4BD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14017" y="4311228"/>
                  <a:ext cx="578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CAA180-0E3A-8B3C-8554-4C3D70E77833}"/>
                    </a:ext>
                  </a:extLst>
                </p14:cNvPr>
                <p14:cNvContentPartPr/>
                <p14:nvPr/>
              </p14:nvContentPartPr>
              <p14:xfrm>
                <a:off x="3775297" y="4326348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CAA180-0E3A-8B3C-8554-4C3D70E778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2297" y="42633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F9304B-DC98-4961-9983-34EC5AB666FE}"/>
                  </a:ext>
                </a:extLst>
              </p14:cNvPr>
              <p14:cNvContentPartPr/>
              <p14:nvPr/>
            </p14:nvContentPartPr>
            <p14:xfrm>
              <a:off x="3559297" y="5348388"/>
              <a:ext cx="616320" cy="40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8F9304B-DC98-4961-9983-34EC5AB666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96297" y="5285388"/>
                <a:ext cx="74196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7346A4A-AC68-9228-21A3-95BC07617B7B}"/>
              </a:ext>
            </a:extLst>
          </p:cNvPr>
          <p:cNvGrpSpPr/>
          <p:nvPr/>
        </p:nvGrpSpPr>
        <p:grpSpPr>
          <a:xfrm>
            <a:off x="3726337" y="5218788"/>
            <a:ext cx="938520" cy="120240"/>
            <a:chOff x="3726337" y="5218788"/>
            <a:chExt cx="93852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766B5B-5CC2-772D-3A09-0B8A65CCC90A}"/>
                    </a:ext>
                  </a:extLst>
                </p14:cNvPr>
                <p14:cNvContentPartPr/>
                <p14:nvPr/>
              </p14:nvContentPartPr>
              <p14:xfrm>
                <a:off x="3726337" y="5218788"/>
                <a:ext cx="938520" cy="120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766B5B-5CC2-772D-3A09-0B8A65CCC9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63337" y="5155788"/>
                  <a:ext cx="1064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2A0735-0574-73AC-0322-8E37690E516E}"/>
                    </a:ext>
                  </a:extLst>
                </p14:cNvPr>
                <p14:cNvContentPartPr/>
                <p14:nvPr/>
              </p14:nvContentPartPr>
              <p14:xfrm>
                <a:off x="4208017" y="5309148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2A0735-0574-73AC-0322-8E37690E51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44834" y="5246148"/>
                  <a:ext cx="250205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94B7067-0323-8369-23C1-1AADE520511A}"/>
                  </a:ext>
                </a:extLst>
              </p14:cNvPr>
              <p14:cNvContentPartPr/>
              <p14:nvPr/>
            </p14:nvContentPartPr>
            <p14:xfrm>
              <a:off x="3549217" y="5485908"/>
              <a:ext cx="400320" cy="856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94B7067-0323-8369-23C1-1AADE520511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86217" y="5422881"/>
                <a:ext cx="525960" cy="98177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5BD63-EA55-AE93-CA31-A1C0747C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3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6A9A-4CF5-A5CA-B21E-3E97B1C6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B1372E-C4B9-CE79-5DCF-04FFF573284E}"/>
                  </a:ext>
                </a:extLst>
              </p:cNvPr>
              <p:cNvSpPr txBox="1"/>
              <p:nvPr/>
            </p:nvSpPr>
            <p:spPr>
              <a:xfrm>
                <a:off x="866087" y="330163"/>
                <a:ext cx="2370842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=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B1372E-C4B9-CE79-5DCF-04FFF5732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87" y="330163"/>
                <a:ext cx="2370842" cy="1815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894FFC-9148-8671-C353-F39D1DB7B3DD}"/>
                  </a:ext>
                </a:extLst>
              </p:cNvPr>
              <p:cNvSpPr txBox="1"/>
              <p:nvPr/>
            </p:nvSpPr>
            <p:spPr>
              <a:xfrm>
                <a:off x="1865321" y="307937"/>
                <a:ext cx="6096000" cy="1341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den>
                      </m:f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894FFC-9148-8671-C353-F39D1DB7B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321" y="307937"/>
                <a:ext cx="6096000" cy="13412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32168F-4466-9955-7493-9A0CA22C4261}"/>
                  </a:ext>
                </a:extLst>
              </p:cNvPr>
              <p:cNvSpPr txBox="1"/>
              <p:nvPr/>
            </p:nvSpPr>
            <p:spPr>
              <a:xfrm>
                <a:off x="1796495" y="1310827"/>
                <a:ext cx="60960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𝑟𝑒𝑙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32168F-4466-9955-7493-9A0CA22C4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95" y="1310827"/>
                <a:ext cx="609600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AC392-ECD6-188F-7902-3889DF1F6662}"/>
                  </a:ext>
                </a:extLst>
              </p:cNvPr>
              <p:cNvSpPr txBox="1"/>
              <p:nvPr/>
            </p:nvSpPr>
            <p:spPr>
              <a:xfrm>
                <a:off x="6555306" y="258949"/>
                <a:ext cx="6096000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0" lang="en-US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AC392-ECD6-188F-7902-3889DF1F6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306" y="258949"/>
                <a:ext cx="6096000" cy="95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BF088B-E792-3B68-E198-1B9DB5F26D8E}"/>
                  </a:ext>
                </a:extLst>
              </p:cNvPr>
              <p:cNvSpPr txBox="1"/>
              <p:nvPr/>
            </p:nvSpPr>
            <p:spPr>
              <a:xfrm>
                <a:off x="4313553" y="1310827"/>
                <a:ext cx="60960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𝑟𝑒𝑙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BF088B-E792-3B68-E198-1B9DB5F26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553" y="1310827"/>
                <a:ext cx="6096000" cy="9541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76D386-70AB-5106-B6BD-9C8D0BFFF569}"/>
                  </a:ext>
                </a:extLst>
              </p:cNvPr>
              <p:cNvSpPr txBox="1"/>
              <p:nvPr/>
            </p:nvSpPr>
            <p:spPr>
              <a:xfrm>
                <a:off x="9603306" y="954268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76D386-70AB-5106-B6BD-9C8D0BFFF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3306" y="954268"/>
                <a:ext cx="6096000" cy="523220"/>
              </a:xfrm>
              <a:prstGeom prst="rect">
                <a:avLst/>
              </a:prstGeom>
              <a:blipFill>
                <a:blip r:embed="rId7"/>
                <a:stretch>
                  <a:fillRect b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049A00-87A2-F5A7-3B59-8B3EF47C9EFC}"/>
                  </a:ext>
                </a:extLst>
              </p:cNvPr>
              <p:cNvSpPr txBox="1"/>
              <p:nvPr/>
            </p:nvSpPr>
            <p:spPr>
              <a:xfrm>
                <a:off x="823521" y="2037131"/>
                <a:ext cx="3536930" cy="1039772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           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049A00-87A2-F5A7-3B59-8B3EF47C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21" y="2037131"/>
                <a:ext cx="3536930" cy="10397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0C263B-56A0-C063-F975-9C8C5AF08602}"/>
                  </a:ext>
                </a:extLst>
              </p:cNvPr>
              <p:cNvSpPr txBox="1"/>
              <p:nvPr/>
            </p:nvSpPr>
            <p:spPr>
              <a:xfrm>
                <a:off x="934514" y="4453139"/>
                <a:ext cx="6278642" cy="6683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𝒓𝒆𝒍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0C263B-56A0-C063-F975-9C8C5AF08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14" y="4453139"/>
                <a:ext cx="6278642" cy="6683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11934C-DD13-667E-8887-711FF092BEB8}"/>
                  </a:ext>
                </a:extLst>
              </p:cNvPr>
              <p:cNvSpPr txBox="1"/>
              <p:nvPr/>
            </p:nvSpPr>
            <p:spPr>
              <a:xfrm>
                <a:off x="823521" y="5160616"/>
                <a:ext cx="6249018" cy="5008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11934C-DD13-667E-8887-711FF092B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21" y="5160616"/>
                <a:ext cx="6249018" cy="5008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2BEE8E-F112-BDCA-0074-191CB59890D4}"/>
                  </a:ext>
                </a:extLst>
              </p:cNvPr>
              <p:cNvSpPr txBox="1"/>
              <p:nvPr/>
            </p:nvSpPr>
            <p:spPr>
              <a:xfrm>
                <a:off x="823521" y="2929779"/>
                <a:ext cx="3491405" cy="739626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           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2BEE8E-F112-BDCA-0074-191CB5989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21" y="2929779"/>
                <a:ext cx="3491405" cy="7396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2DC362-A54B-5FB4-DB85-F80FF053B20C}"/>
                  </a:ext>
                </a:extLst>
              </p:cNvPr>
              <p:cNvSpPr txBox="1"/>
              <p:nvPr/>
            </p:nvSpPr>
            <p:spPr>
              <a:xfrm>
                <a:off x="866087" y="3562610"/>
                <a:ext cx="5318059" cy="707886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          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2DC362-A54B-5FB4-DB85-F80FF053B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87" y="3562610"/>
                <a:ext cx="5318059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95D5-53C7-FF3F-A220-7A556858F3E6}"/>
                  </a:ext>
                </a:extLst>
              </p:cNvPr>
              <p:cNvSpPr txBox="1"/>
              <p:nvPr/>
            </p:nvSpPr>
            <p:spPr>
              <a:xfrm>
                <a:off x="463377" y="5729485"/>
                <a:ext cx="11833689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95D5-53C7-FF3F-A220-7A556858F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77" y="5729485"/>
                <a:ext cx="11833689" cy="461665"/>
              </a:xfrm>
              <a:prstGeom prst="rect">
                <a:avLst/>
              </a:prstGeom>
              <a:blipFill>
                <a:blip r:embed="rId13"/>
                <a:stretch>
                  <a:fillRect b="-1710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C34801-6DE9-8EEA-E5C1-1E06E5D4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1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0611-F215-05D1-9B75-29D4DAF3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EDB1-C9D8-4870-9739-D44C04FD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CFEE5-4862-80DB-1B20-671E56DBAD57}"/>
              </a:ext>
            </a:extLst>
          </p:cNvPr>
          <p:cNvSpPr txBox="1"/>
          <p:nvPr/>
        </p:nvSpPr>
        <p:spPr>
          <a:xfrm>
            <a:off x="838200" y="1297858"/>
            <a:ext cx="10333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The angular motions of 𝑜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𝑥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𝑦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𝑧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, 𝜔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 and 𝜔 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, are defined w.r.t frame 𝑜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𝑥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𝑦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𝑧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AE5D4-A463-17D6-F5AE-8B98787B17A7}"/>
              </a:ext>
            </a:extLst>
          </p:cNvPr>
          <p:cNvSpPr/>
          <p:nvPr/>
        </p:nvSpPr>
        <p:spPr>
          <a:xfrm>
            <a:off x="5437239" y="2064774"/>
            <a:ext cx="658761" cy="1170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CC262-6F65-57F8-4A9C-6F894123A2FF}"/>
              </a:ext>
            </a:extLst>
          </p:cNvPr>
          <p:cNvSpPr txBox="1"/>
          <p:nvPr/>
        </p:nvSpPr>
        <p:spPr>
          <a:xfrm>
            <a:off x="838200" y="1798845"/>
            <a:ext cx="119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Step 01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BAC75-0F8A-4D99-6A98-B3B63A187215}"/>
              </a:ext>
            </a:extLst>
          </p:cNvPr>
          <p:cNvSpPr txBox="1"/>
          <p:nvPr/>
        </p:nvSpPr>
        <p:spPr>
          <a:xfrm>
            <a:off x="838200" y="2113936"/>
            <a:ext cx="9593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Neglect the Frame 0, OXYZ  and apply velocity and acceleration equations.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A73F52-599E-3013-8CA5-62B4F75C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50" y="2812545"/>
            <a:ext cx="3962953" cy="35533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3C28E-DCE8-F922-5FE8-C22F2D2B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8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72B9-0FB0-C28A-B9C3-0B524B7A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73AD4-2579-6177-7AF8-B526E0E3C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19" y="905902"/>
            <a:ext cx="6677842" cy="4530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3A9FA3-9B57-43D0-9586-975DC6858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050" y="5254736"/>
            <a:ext cx="8831191" cy="7378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B34FD2-1F5A-CE81-5D68-7A392F8E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9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A5B1-3172-4724-A275-7713E845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CEAD3-7362-C958-E72B-598BD95B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354206"/>
            <a:ext cx="11582400" cy="62774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0B56C7-B137-CA03-8B85-B5E9E4FC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9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AC5D-F343-7CF6-B1CA-E19B93FB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B9149-4B80-5825-84C0-F35853E4F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19" y="893083"/>
            <a:ext cx="8960561" cy="50718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7A264C-2906-A98E-D6BE-8A165A5E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40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6D09-66F9-A8DD-8684-BCCBE3B9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106" y="2279291"/>
            <a:ext cx="3851787" cy="2299417"/>
          </a:xfrm>
        </p:spPr>
        <p:txBody>
          <a:bodyPr>
            <a:normAutofit/>
          </a:bodyPr>
          <a:lstStyle/>
          <a:p>
            <a:r>
              <a:rPr lang="en-US" sz="7200" b="1" dirty="0"/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B0CB0E-7361-5667-03F1-46578740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45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40F1-35A1-6001-9711-067309FD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F368E-B888-447B-E809-18A544BED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405" y="1529709"/>
            <a:ext cx="4690639" cy="4054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EFA359-5F1C-1B52-88DA-931A95D74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9709"/>
            <a:ext cx="5600508" cy="2117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AB8087-7C0A-F041-FD58-EF596A218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71770"/>
            <a:ext cx="5443350" cy="21439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1D77A1-B8EB-D438-DEB8-9E756EF9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38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176E-7FA6-0FCD-7E5B-1FB21D07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31F23-A660-7AF7-4B43-9FDCF8A82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8346"/>
            <a:ext cx="5427418" cy="1813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1058BF-FDDA-0328-605E-D941CD265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12141"/>
            <a:ext cx="5257800" cy="2535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BD8339-5F18-64DE-7E5D-9C046F103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618" y="1588345"/>
            <a:ext cx="5562588" cy="37973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A18A8E-4323-64D5-B112-A6766B99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7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5C56-FBD2-2123-87F3-A4A4239C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CD51-4BFF-5499-500D-9D5F9E3B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Momentum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4E841-D084-6EE7-D56C-484A62493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1DF8-9153-C04E-17DE-99365F3C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0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8442-1CC5-617A-6515-6BBA509E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Momentum and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8D4A52-155A-FE21-0175-F9925C2B8E14}"/>
                  </a:ext>
                </a:extLst>
              </p:cNvPr>
              <p:cNvSpPr txBox="1"/>
              <p:nvPr/>
            </p:nvSpPr>
            <p:spPr>
              <a:xfrm>
                <a:off x="953729" y="1828800"/>
                <a:ext cx="1286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8D4A52-155A-FE21-0175-F9925C2B8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9" y="1828800"/>
                <a:ext cx="1286955" cy="461665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025665-8123-51BE-31D6-E568CA5462C5}"/>
                  </a:ext>
                </a:extLst>
              </p:cNvPr>
              <p:cNvSpPr txBox="1"/>
              <p:nvPr/>
            </p:nvSpPr>
            <p:spPr>
              <a:xfrm>
                <a:off x="992201" y="2632271"/>
                <a:ext cx="1210010" cy="793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025665-8123-51BE-31D6-E568CA546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201" y="2632271"/>
                <a:ext cx="1210010" cy="793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193B77-3E88-BF30-1910-25CA56A12ABA}"/>
                  </a:ext>
                </a:extLst>
              </p:cNvPr>
              <p:cNvSpPr txBox="1"/>
              <p:nvPr/>
            </p:nvSpPr>
            <p:spPr>
              <a:xfrm>
                <a:off x="953729" y="3570154"/>
                <a:ext cx="1750992" cy="1098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193B77-3E88-BF30-1910-25CA56A12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9" y="3570154"/>
                <a:ext cx="1750992" cy="10988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5A3DBBA-3D9C-5D00-ED13-A0716B5A8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856" y="1843748"/>
            <a:ext cx="4417518" cy="31647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9E60E-F5E3-DBCE-71BE-D2BE7C97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88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7301-A140-1B88-FB2B-33AC53A9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19266"/>
            <a:ext cx="10515600" cy="1325563"/>
          </a:xfrm>
        </p:spPr>
        <p:txBody>
          <a:bodyPr/>
          <a:lstStyle/>
          <a:p>
            <a:r>
              <a:rPr lang="en-US" dirty="0"/>
              <a:t>Torque and angular momentum for a particle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3320A3-FB90-36B3-11B8-3475EED5A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96" y="1191274"/>
            <a:ext cx="4820323" cy="3153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2690BA-9AC5-0EF4-4049-75257B701844}"/>
                  </a:ext>
                </a:extLst>
              </p:cNvPr>
              <p:cNvSpPr txBox="1"/>
              <p:nvPr/>
            </p:nvSpPr>
            <p:spPr>
              <a:xfrm>
                <a:off x="766916" y="4563155"/>
                <a:ext cx="3979679" cy="8180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𝑉𝑒𝑙𝑜𝑐𝑖𝑡𝑦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𝑝𝑜𝑖𝑛𝑡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2690BA-9AC5-0EF4-4049-75257B701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16" y="4563155"/>
                <a:ext cx="3979679" cy="81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A55853-E172-D3C0-1E5D-0D9D5B974C7A}"/>
                  </a:ext>
                </a:extLst>
              </p:cNvPr>
              <p:cNvSpPr txBox="1"/>
              <p:nvPr/>
            </p:nvSpPr>
            <p:spPr>
              <a:xfrm>
                <a:off x="6096000" y="1114971"/>
                <a:ext cx="2036711" cy="624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A55853-E172-D3C0-1E5D-0D9D5B97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114971"/>
                <a:ext cx="2036711" cy="624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CF6653-9EB6-F017-6539-2428E0555214}"/>
                  </a:ext>
                </a:extLst>
              </p:cNvPr>
              <p:cNvSpPr txBox="1"/>
              <p:nvPr/>
            </p:nvSpPr>
            <p:spPr>
              <a:xfrm>
                <a:off x="5948516" y="1895783"/>
                <a:ext cx="4064831" cy="3266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/>
                <a:br>
                  <a:rPr lang="en-US" sz="2400" dirty="0">
                    <a:solidFill>
                      <a:prstClr val="black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br>
                  <a:rPr lang="en-US" sz="2400" dirty="0">
                    <a:solidFill>
                      <a:prstClr val="black"/>
                    </a:solidFill>
                  </a:rPr>
                </a:b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sz="2400" dirty="0">
                  <a:solidFill>
                    <a:prstClr val="black"/>
                  </a:solidFill>
                </a:endParaRP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CF6653-9EB6-F017-6539-2428E0555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516" y="1895783"/>
                <a:ext cx="4064831" cy="32668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A46F30D-C850-642B-4367-068EA3A08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576" y="3779887"/>
            <a:ext cx="4185784" cy="1893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6E5170-DE1B-B6CC-E9E1-83B138EBD2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4318" y="5732207"/>
            <a:ext cx="2672863" cy="762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A9D3D0-04EE-7B28-40BC-C1A68B42F77F}"/>
                  </a:ext>
                </a:extLst>
              </p:cNvPr>
              <p:cNvSpPr txBox="1"/>
              <p:nvPr/>
            </p:nvSpPr>
            <p:spPr>
              <a:xfrm>
                <a:off x="1047854" y="5440194"/>
                <a:ext cx="609600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𝑩</m:t>
                        </m:r>
                      </m:sub>
                    </m:sSub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𝒓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𝒇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A9D3D0-04EE-7B28-40BC-C1A68B42F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54" y="5440194"/>
                <a:ext cx="6096000" cy="453137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B47E0-19CC-ABB9-133C-EEBCF29794AA}"/>
                  </a:ext>
                </a:extLst>
              </p:cNvPr>
              <p:cNvSpPr txBox="1"/>
              <p:nvPr/>
            </p:nvSpPr>
            <p:spPr>
              <a:xfrm>
                <a:off x="1047854" y="5948862"/>
                <a:ext cx="609600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𝒉</m:t>
                        </m:r>
                      </m:e>
                      <m:sub>
                        <m:r>
                          <a:rPr kumimoji="0" 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𝑩</m:t>
                        </m:r>
                      </m:sub>
                    </m:sSub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𝒓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B47E0-19CC-ABB9-133C-EEBCF2979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54" y="5948862"/>
                <a:ext cx="6096000" cy="453137"/>
              </a:xfrm>
              <a:prstGeom prst="rect">
                <a:avLst/>
              </a:prstGeom>
              <a:blipFill>
                <a:blip r:embed="rId9"/>
                <a:stretch>
                  <a:fillRect l="-400" b="-1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D1C280-4EFF-04B0-5C18-D63A364C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00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AD-A6E4-B3A8-AA3A-32252E6D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CC2E6-C475-9A07-44DB-9EEAADBF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32" y="1317062"/>
            <a:ext cx="8777748" cy="2679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AC03AB-2979-9E54-CD3C-B5DEF2CC3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534" y="3779540"/>
            <a:ext cx="4759891" cy="29998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1EC751-12AE-1761-872F-E51DB2CE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61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AB9A-DAB8-F5B7-E900-2C0827B6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Tensor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EC4C3-B514-73A5-E971-7706BDE09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FB8F-B43A-0A54-CB49-C6895EF2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43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B543-8191-F2AD-6C5D-045A1B93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For a discrete particle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28DC5F-44C4-0682-93CD-F06E20F2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316642-DE8B-C427-657C-B21313D267D7}"/>
                  </a:ext>
                </a:extLst>
              </p:cNvPr>
              <p:cNvSpPr txBox="1"/>
              <p:nvPr/>
            </p:nvSpPr>
            <p:spPr>
              <a:xfrm>
                <a:off x="4293263" y="1690688"/>
                <a:ext cx="3191002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𝑧𝑧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316642-DE8B-C427-657C-B21313D26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263" y="1690688"/>
                <a:ext cx="3191002" cy="1303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0F63D3-AF1C-06FA-9BFC-60EBE8EB9F4D}"/>
                  </a:ext>
                </a:extLst>
              </p:cNvPr>
              <p:cNvSpPr txBox="1"/>
              <p:nvPr/>
            </p:nvSpPr>
            <p:spPr>
              <a:xfrm>
                <a:off x="4362089" y="3143393"/>
                <a:ext cx="3204595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0F63D3-AF1C-06FA-9BFC-60EBE8EB9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89" y="3143393"/>
                <a:ext cx="3204595" cy="1303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E2703C-9A57-D47B-27CE-DBC251492559}"/>
                  </a:ext>
                </a:extLst>
              </p:cNvPr>
              <p:cNvSpPr txBox="1"/>
              <p:nvPr/>
            </p:nvSpPr>
            <p:spPr>
              <a:xfrm>
                <a:off x="4362089" y="4805045"/>
                <a:ext cx="3163750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𝑧𝑧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E2703C-9A57-D47B-27CE-DBC251492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89" y="4805045"/>
                <a:ext cx="3163750" cy="1303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668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739C-F663-3DDC-2A82-C110143A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BBFC-FBDD-6CB9-9FD8-C0868551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For a rigid body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B41E9-30B2-0BDB-F7B6-8E4AEBCF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4FDC8F-A881-0F06-D256-35209A0E3465}"/>
                  </a:ext>
                </a:extLst>
              </p:cNvPr>
              <p:cNvSpPr txBox="1"/>
              <p:nvPr/>
            </p:nvSpPr>
            <p:spPr>
              <a:xfrm>
                <a:off x="2801155" y="1690688"/>
                <a:ext cx="6589689" cy="1428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𝑧𝑧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nary>
                            <m:naryPr>
                              <m:limLoc m:val="undOv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𝑑𝑚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4FDC8F-A881-0F06-D256-35209A0E3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55" y="1690688"/>
                <a:ext cx="6589689" cy="14285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8E766A-C52C-2EDD-1F04-90BBC66DE1FE}"/>
                  </a:ext>
                </a:extLst>
              </p:cNvPr>
              <p:cNvSpPr txBox="1"/>
              <p:nvPr/>
            </p:nvSpPr>
            <p:spPr>
              <a:xfrm>
                <a:off x="2801155" y="3024419"/>
                <a:ext cx="6767430" cy="1428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nary>
                            <m:naryPr>
                              <m:limLoc m:val="undOv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𝑑𝑚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8E766A-C52C-2EDD-1F04-90BBC66DE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55" y="3024419"/>
                <a:ext cx="6767430" cy="14285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2985F8-3A57-B6BC-8F33-D05EC013A3D9}"/>
                  </a:ext>
                </a:extLst>
              </p:cNvPr>
              <p:cNvSpPr txBox="1"/>
              <p:nvPr/>
            </p:nvSpPr>
            <p:spPr>
              <a:xfrm>
                <a:off x="2801155" y="4308321"/>
                <a:ext cx="6781728" cy="1428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nary>
                            <m:naryPr>
                              <m:limLoc m:val="undOvr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𝑑𝑚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2985F8-3A57-B6BC-8F33-D05EC013A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55" y="4308321"/>
                <a:ext cx="6781728" cy="1428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971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4DD5-7CCB-B227-3488-B59F70C5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90A099-1140-350A-3DBC-1F025CBF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8" y="352274"/>
            <a:ext cx="4584064" cy="3742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B832F1-7D82-7AF7-2C71-6AEF1A3D2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98" y="4345551"/>
            <a:ext cx="3848792" cy="1475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0DFBE2-007B-2365-126A-8DC6D58FC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780" y="532273"/>
            <a:ext cx="4778601" cy="2853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A4DAD0-D681-B4EA-6D92-BA68644F6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748" y="3483767"/>
            <a:ext cx="7220958" cy="3238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F35868-A50C-9678-8CED-B5AEEEE69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262" y="4003833"/>
            <a:ext cx="5062222" cy="10794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13208-95F1-942C-4310-68D598C74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6153" y="5279449"/>
            <a:ext cx="7725853" cy="11241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F0C6F8-9646-AD5C-C0B4-C0C5FFF3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6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248B-C2D9-9AB0-5120-B45866D5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12663-C0DA-E2B5-2CB0-05700B4E9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72" y="908947"/>
            <a:ext cx="10354728" cy="504010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8C2A1-4247-004A-1CE6-3A34D104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3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0812-CD36-4A06-4D2A-B12A4D30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F0BC1-0B23-8F57-19BA-71ADA765B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83" y="842378"/>
            <a:ext cx="9349233" cy="51732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F51B53-5B70-3CFF-447F-7A621DCE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00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C82F-3CB5-FC02-96E1-D994CC73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93FE5-9D66-CAE7-B5B6-1AC0DC361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1695208"/>
            <a:ext cx="7668695" cy="34675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435FE-23FA-B148-81CC-10888744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2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62D9-D9EE-BF15-5BBC-33457509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BCA45-7D4A-4B40-1F84-0E76E1BE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35" y="1614752"/>
            <a:ext cx="8430802" cy="600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F739A9-76D4-6292-0FFD-3A3CAE692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355" y="2090034"/>
            <a:ext cx="3210373" cy="25530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49F1D-1396-D5F4-2285-152B3A47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72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643C5C05-0C20-C6EC-D7DF-97CA042ADE1E}"/>
              </a:ext>
            </a:extLst>
          </p:cNvPr>
          <p:cNvSpPr/>
          <p:nvPr/>
        </p:nvSpPr>
        <p:spPr>
          <a:xfrm>
            <a:off x="2727911" y="1802798"/>
            <a:ext cx="1626657" cy="1117600"/>
          </a:xfrm>
          <a:prstGeom prst="cube">
            <a:avLst>
              <a:gd name="adj" fmla="val 5282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3E41D-B549-35CB-5771-B980FD9A6320}"/>
              </a:ext>
            </a:extLst>
          </p:cNvPr>
          <p:cNvCxnSpPr/>
          <p:nvPr/>
        </p:nvCxnSpPr>
        <p:spPr>
          <a:xfrm flipV="1">
            <a:off x="196645" y="2196383"/>
            <a:ext cx="4994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7815FA-9A9A-82C3-CB5A-7984CC1B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43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E4079A-1AF3-5566-758D-E89A6F6322FA}"/>
              </a:ext>
            </a:extLst>
          </p:cNvPr>
          <p:cNvCxnSpPr/>
          <p:nvPr/>
        </p:nvCxnSpPr>
        <p:spPr>
          <a:xfrm flipV="1">
            <a:off x="2585884" y="365125"/>
            <a:ext cx="0" cy="384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05C6D6-A6B7-9A02-59D4-87E4F1EDDEE7}"/>
              </a:ext>
            </a:extLst>
          </p:cNvPr>
          <p:cNvCxnSpPr/>
          <p:nvPr/>
        </p:nvCxnSpPr>
        <p:spPr>
          <a:xfrm flipV="1">
            <a:off x="743712" y="560832"/>
            <a:ext cx="3529584" cy="342595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0F1598-693B-04CC-1E60-0B1B0910A9C3}"/>
              </a:ext>
            </a:extLst>
          </p:cNvPr>
          <p:cNvSpPr txBox="1"/>
          <p:nvPr/>
        </p:nvSpPr>
        <p:spPr>
          <a:xfrm>
            <a:off x="2443858" y="9364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A9FF4-9DC6-634A-9329-EC352DB7029A}"/>
              </a:ext>
            </a:extLst>
          </p:cNvPr>
          <p:cNvSpPr txBox="1"/>
          <p:nvPr/>
        </p:nvSpPr>
        <p:spPr>
          <a:xfrm>
            <a:off x="5120420" y="199226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4F9AE-BCBC-A67B-F91C-08F1362AAC7D}"/>
              </a:ext>
            </a:extLst>
          </p:cNvPr>
          <p:cNvSpPr txBox="1"/>
          <p:nvPr/>
        </p:nvSpPr>
        <p:spPr>
          <a:xfrm>
            <a:off x="518811" y="3899971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B433879-247B-2504-3988-5F3738BFA433}"/>
              </a:ext>
            </a:extLst>
          </p:cNvPr>
          <p:cNvSpPr/>
          <p:nvPr/>
        </p:nvSpPr>
        <p:spPr>
          <a:xfrm>
            <a:off x="4427220" y="1790098"/>
            <a:ext cx="66834" cy="558800"/>
          </a:xfrm>
          <a:prstGeom prst="rightBrace">
            <a:avLst>
              <a:gd name="adj1" fmla="val 125197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AE2A85F6-09D5-8511-6824-4E97D7BF1653}"/>
              </a:ext>
            </a:extLst>
          </p:cNvPr>
          <p:cNvSpPr/>
          <p:nvPr/>
        </p:nvSpPr>
        <p:spPr>
          <a:xfrm rot="16200000">
            <a:off x="3805398" y="1184781"/>
            <a:ext cx="66834" cy="1031501"/>
          </a:xfrm>
          <a:prstGeom prst="rightBrace">
            <a:avLst>
              <a:gd name="adj1" fmla="val 125197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38621D1A-2C3C-7260-3E80-C7BA9831DE43}"/>
              </a:ext>
            </a:extLst>
          </p:cNvPr>
          <p:cNvSpPr/>
          <p:nvPr/>
        </p:nvSpPr>
        <p:spPr>
          <a:xfrm rot="2687465">
            <a:off x="4081964" y="2284750"/>
            <a:ext cx="66688" cy="847190"/>
          </a:xfrm>
          <a:prstGeom prst="rightBrace">
            <a:avLst>
              <a:gd name="adj1" fmla="val 125197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46C78B-BE73-8C07-0495-9116741CD659}"/>
                  </a:ext>
                </a:extLst>
              </p:cNvPr>
              <p:cNvSpPr txBox="1"/>
              <p:nvPr/>
            </p:nvSpPr>
            <p:spPr>
              <a:xfrm>
                <a:off x="3695186" y="1350641"/>
                <a:ext cx="419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46C78B-BE73-8C07-0495-9116741C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186" y="1350641"/>
                <a:ext cx="419730" cy="369332"/>
              </a:xfrm>
              <a:prstGeom prst="rect">
                <a:avLst/>
              </a:prstGeom>
              <a:blipFill>
                <a:blip r:embed="rId2"/>
                <a:stretch>
                  <a:fillRect t="-10000" r="-1304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39E95B-0405-D91A-4022-C3EC52B4AB61}"/>
                  </a:ext>
                </a:extLst>
              </p:cNvPr>
              <p:cNvSpPr txBox="1"/>
              <p:nvPr/>
            </p:nvSpPr>
            <p:spPr>
              <a:xfrm>
                <a:off x="4479377" y="1827051"/>
                <a:ext cx="419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39E95B-0405-D91A-4022-C3EC52B4A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377" y="1827051"/>
                <a:ext cx="419730" cy="369332"/>
              </a:xfrm>
              <a:prstGeom prst="rect">
                <a:avLst/>
              </a:prstGeom>
              <a:blipFill>
                <a:blip r:embed="rId3"/>
                <a:stretch>
                  <a:fillRect t="-10000" r="-1159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99D23B-0CB2-9669-F088-677200D2844B}"/>
                  </a:ext>
                </a:extLst>
              </p:cNvPr>
              <p:cNvSpPr txBox="1"/>
              <p:nvPr/>
            </p:nvSpPr>
            <p:spPr>
              <a:xfrm>
                <a:off x="4078433" y="2666828"/>
                <a:ext cx="419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99D23B-0CB2-9669-F088-677200D28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433" y="2666828"/>
                <a:ext cx="419730" cy="369332"/>
              </a:xfrm>
              <a:prstGeom prst="rect">
                <a:avLst/>
              </a:prstGeom>
              <a:blipFill>
                <a:blip r:embed="rId4"/>
                <a:stretch>
                  <a:fillRect t="-8197" r="-1014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565C1A-27C5-8ECF-E9E3-14A88E83414E}"/>
                  </a:ext>
                </a:extLst>
              </p:cNvPr>
              <p:cNvSpPr txBox="1"/>
              <p:nvPr/>
            </p:nvSpPr>
            <p:spPr>
              <a:xfrm>
                <a:off x="6115468" y="365125"/>
                <a:ext cx="6096000" cy="6171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𝑧𝑧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𝑑𝑚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uniform cube;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𝑑𝑚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Apply eqn. 1;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𝑧𝑧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Integrate </a:t>
                </a:r>
                <a:r>
                  <a:rPr lang="en-US" dirty="0" err="1"/>
                  <a:t>wrt</a:t>
                </a:r>
                <a:r>
                  <a:rPr lang="en-US" dirty="0"/>
                  <a:t> to x;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Multiply by M/L</a:t>
                </a:r>
                <a:r>
                  <a:rPr lang="en-US" baseline="30000" dirty="0"/>
                  <a:t>3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565C1A-27C5-8ECF-E9E3-14A88E834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468" y="365125"/>
                <a:ext cx="6096000" cy="6171498"/>
              </a:xfrm>
              <a:prstGeom prst="rect">
                <a:avLst/>
              </a:prstGeom>
              <a:blipFill>
                <a:blip r:embed="rId5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65337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2F5E8A-C092-B26A-E686-256B6B8E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48FB57-8E47-2B53-8107-575B80EFC125}"/>
                  </a:ext>
                </a:extLst>
              </p:cNvPr>
              <p:cNvSpPr txBox="1"/>
              <p:nvPr/>
            </p:nvSpPr>
            <p:spPr>
              <a:xfrm>
                <a:off x="3672841" y="709345"/>
                <a:ext cx="6096000" cy="543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575"/>
                  </a:spcBef>
                  <a:spcAft>
                    <a:spcPts val="525"/>
                  </a:spcAft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I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ntegrate with Respect to y:</a:t>
                </a:r>
              </a:p>
              <a:p>
                <a:pPr>
                  <a:spcBef>
                    <a:spcPts val="1575"/>
                  </a:spcBef>
                  <a:spcAft>
                    <a:spcPts val="525"/>
                  </a:spcAft>
                  <a:buNone/>
                </a:pPr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2000" b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den>
                          </m:f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b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</m:oMath>
                  </m:oMathPara>
                </a14:m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𝑀𝐿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𝑀𝐿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𝑀𝐿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575"/>
                  </a:spcBef>
                  <a:spcAft>
                    <a:spcPts val="525"/>
                  </a:spcAft>
                  <a:buNone/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Integrate with Respect to </a:t>
                </a:r>
                <a:r>
                  <a:rPr lang="en-US" sz="20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z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:</a:t>
                </a:r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𝑀𝐿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𝑑𝑧</m:t>
                      </m:r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𝑀𝐿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575"/>
                  </a:spcBef>
                  <a:spcAft>
                    <a:spcPts val="525"/>
                  </a:spcAft>
                  <a:buNone/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So;</a:t>
                </a:r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𝑧𝑧</m:t>
                          </m:r>
                        </m:sub>
                      </m:sSub>
                      <m:r>
                        <a:rPr lang="en-US" sz="2000" b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000" b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48FB57-8E47-2B53-8107-575B80EFC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41" y="709345"/>
                <a:ext cx="6096000" cy="5439310"/>
              </a:xfrm>
              <a:prstGeom prst="rect">
                <a:avLst/>
              </a:prstGeom>
              <a:blipFill>
                <a:blip r:embed="rId2"/>
                <a:stretch>
                  <a:fillRect l="-1100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601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F304-5550-C730-C25F-E8BE7FCC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Axis Theorem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3B3CF-9377-0098-4763-59A415A3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7184"/>
            <a:ext cx="5257800" cy="37980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4C1D6E-3E7C-9115-F850-7D6C771BE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650" y="2783943"/>
            <a:ext cx="5512150" cy="9719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42E8F-A43A-66DA-CB00-007A72E4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E3BD-6F11-B79F-758C-9D08FA4B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84588-5716-3B9F-F509-71D88CAD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23" y="365125"/>
            <a:ext cx="7264153" cy="49370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018FB5-C726-760F-A1A0-4FA020905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449" y="5561945"/>
            <a:ext cx="6411101" cy="8290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317F45-EED2-BFD7-5053-A906B541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33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B638-8BBB-D66F-CF96-E0C18DE9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of Inertia Ext.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8D08D-AF3E-CF5A-FD26-CDE6EF73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502" y="2100817"/>
            <a:ext cx="6318245" cy="27268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9B7E6-5F84-B270-59B9-D5D63D9B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68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902AD-9DE7-BAF0-BCA2-6F41A637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 of inertia tensor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C4618E-B8B0-CC5C-81AA-AAE15043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455" y="1867670"/>
            <a:ext cx="8699090" cy="21394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0D76D-8C03-5A1A-5822-18A5B0AF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9FB1-FB9D-468B-B15D-24E03B94656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919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73B8CC-FBB6-7116-1D3D-E34CA4CB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0EA4-DD12-4812-8374-61B7ADCF1E79}" type="slidenum">
              <a:rPr lang="en-US" smtClean="0"/>
              <a:t>49</a:t>
            </a:fld>
            <a:endParaRPr lang="en-US"/>
          </a:p>
        </p:txBody>
      </p:sp>
      <p:pic>
        <p:nvPicPr>
          <p:cNvPr id="1026" name="Picture 2" descr="Solved Problem 1 Find the moment of inertia of the structure | Chegg.com">
            <a:extLst>
              <a:ext uri="{FF2B5EF4-FFF2-40B4-BE49-F238E27FC236}">
                <a16:creationId xmlns:a16="http://schemas.microsoft.com/office/drawing/2014/main" id="{B787325D-6E55-E138-19AD-9C861ACA4E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8" r="42485" b="29577"/>
          <a:stretch>
            <a:fillRect/>
          </a:stretch>
        </p:blipFill>
        <p:spPr bwMode="auto">
          <a:xfrm>
            <a:off x="3113137" y="4591268"/>
            <a:ext cx="5916561" cy="226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3EF5F-B30D-F003-C25A-71005F90CF81}"/>
              </a:ext>
            </a:extLst>
          </p:cNvPr>
          <p:cNvSpPr txBox="1"/>
          <p:nvPr/>
        </p:nvSpPr>
        <p:spPr>
          <a:xfrm>
            <a:off x="491612" y="530545"/>
            <a:ext cx="111596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1" dirty="0">
                <a:effectLst/>
                <a:latin typeface="fkGroteskNeue"/>
              </a:rPr>
              <a:t>Find the moment of inertia of a structure consisting of a thin rod connecting two solid spheres about a vertical axis perpendicular to the rod and passing through its center.</a:t>
            </a:r>
          </a:p>
          <a:p>
            <a:pPr algn="just"/>
            <a:endParaRPr lang="en-US" sz="2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B747-A156-2DBB-3D42-5CF48899E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5" y="1497075"/>
            <a:ext cx="6687483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7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5815</TotalTime>
  <Words>1116</Words>
  <Application>Microsoft Office PowerPoint</Application>
  <PresentationFormat>Widescreen</PresentationFormat>
  <Paragraphs>233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Cambria</vt:lpstr>
      <vt:lpstr>Cambria Math</vt:lpstr>
      <vt:lpstr>fkGroteskNeue</vt:lpstr>
      <vt:lpstr>Georgia</vt:lpstr>
      <vt:lpstr>inter</vt:lpstr>
      <vt:lpstr>Times New Roman</vt:lpstr>
      <vt:lpstr>Office Theme</vt:lpstr>
      <vt:lpstr>Kinematics and Dynamics</vt:lpstr>
      <vt:lpstr>Structure of End Semester Examination</vt:lpstr>
      <vt:lpstr>Intermediate Frames</vt:lpstr>
      <vt:lpstr>Frames</vt:lpstr>
      <vt:lpstr>PowerPoint Presentation</vt:lpstr>
      <vt:lpstr>PowerPoint Presentation</vt:lpstr>
      <vt:lpstr>Arbitrary Vector (B)</vt:lpstr>
      <vt:lpstr>General form:</vt:lpstr>
      <vt:lpstr>Intermediate Frames</vt:lpstr>
      <vt:lpstr>PowerPoint Presentation</vt:lpstr>
      <vt:lpstr>PowerPoint Presentation</vt:lpstr>
      <vt:lpstr>Question</vt:lpstr>
      <vt:lpstr>Solution</vt:lpstr>
      <vt:lpstr>PowerPoint Presentation</vt:lpstr>
      <vt:lpstr>PowerPoint Presentation</vt:lpstr>
      <vt:lpstr>Generalizations of kinematic expressions</vt:lpstr>
      <vt:lpstr>PowerPoint Presentation</vt:lpstr>
      <vt:lpstr>Case I</vt:lpstr>
      <vt:lpstr>Case I</vt:lpstr>
      <vt:lpstr>PowerPoint Presentation</vt:lpstr>
      <vt:lpstr>Case I</vt:lpstr>
      <vt:lpstr>Case I</vt:lpstr>
      <vt:lpstr>PowerPoint Presentation</vt:lpstr>
      <vt:lpstr>Case II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Momentum Analysis</vt:lpstr>
      <vt:lpstr>Linear Momentum and Force</vt:lpstr>
      <vt:lpstr>Torque and angular momentum for a particle</vt:lpstr>
      <vt:lpstr>Question</vt:lpstr>
      <vt:lpstr>Inertia Tensor</vt:lpstr>
      <vt:lpstr>For a discrete particle system</vt:lpstr>
      <vt:lpstr>For a rigid body</vt:lpstr>
      <vt:lpstr>PowerPoint Presentation</vt:lpstr>
      <vt:lpstr>PowerPoint Presentation</vt:lpstr>
      <vt:lpstr>PowerPoint Presentation</vt:lpstr>
      <vt:lpstr>Matrix Form</vt:lpstr>
      <vt:lpstr>Question </vt:lpstr>
      <vt:lpstr>PowerPoint Presentation</vt:lpstr>
      <vt:lpstr>PowerPoint Presentation</vt:lpstr>
      <vt:lpstr>Parallel Axis Theorem</vt:lpstr>
      <vt:lpstr>PowerPoint Presentation</vt:lpstr>
      <vt:lpstr>Product of Inertia Ext.</vt:lpstr>
      <vt:lpstr>General form of inertia tensor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PERERA W.T.R.T.</dc:creator>
  <cp:lastModifiedBy>PERERA W.T.R.T.</cp:lastModifiedBy>
  <cp:revision>12</cp:revision>
  <dcterms:created xsi:type="dcterms:W3CDTF">2025-06-30T21:43:12Z</dcterms:created>
  <dcterms:modified xsi:type="dcterms:W3CDTF">2025-07-19T05:32:26Z</dcterms:modified>
</cp:coreProperties>
</file>